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3.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4.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Override PartName="/ppt/theme/theme7.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8.xml" ContentType="application/vnd.openxmlformats-officedocument.theme+xml"/>
  <Override PartName="/ppt/slideLayouts/slideLayout27.xml" ContentType="application/vnd.openxmlformats-officedocument.presentationml.slideLayout+xml"/>
  <Override PartName="/ppt/theme/theme9.xml" ContentType="application/vnd.openxmlformats-officedocument.theme+xml"/>
  <Override PartName="/ppt/slideLayouts/slideLayout28.xml" ContentType="application/vnd.openxmlformats-officedocument.presentationml.slideLayout+xml"/>
  <Override PartName="/ppt/theme/theme10.xml" ContentType="application/vnd.openxmlformats-officedocument.theme+xml"/>
  <Override PartName="/ppt/slideLayouts/slideLayout29.xml" ContentType="application/vnd.openxmlformats-officedocument.presentationml.slideLayout+xml"/>
  <Override PartName="/ppt/theme/theme11.xml" ContentType="application/vnd.openxmlformats-officedocument.theme+xml"/>
  <Override PartName="/ppt/slideLayouts/slideLayout30.xml" ContentType="application/vnd.openxmlformats-officedocument.presentationml.slideLayout+xml"/>
  <Override PartName="/ppt/theme/theme12.xml" ContentType="application/vnd.openxmlformats-officedocument.theme+xml"/>
  <Override PartName="/ppt/slideLayouts/slideLayout31.xml" ContentType="application/vnd.openxmlformats-officedocument.presentationml.slideLayout+xml"/>
  <Override PartName="/ppt/theme/theme13.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14.xml" ContentType="application/vnd.openxmlformats-officedocument.theme+xml"/>
  <Override PartName="/ppt/slideLayouts/slideLayout35.xml" ContentType="application/vnd.openxmlformats-officedocument.presentationml.slideLayout+xml"/>
  <Override PartName="/ppt/theme/theme15.xml" ContentType="application/vnd.openxmlformats-officedocument.theme+xml"/>
  <Override PartName="/ppt/slideLayouts/slideLayout36.xml" ContentType="application/vnd.openxmlformats-officedocument.presentationml.slideLayout+xml"/>
  <Override PartName="/ppt/theme/theme16.xml" ContentType="application/vnd.openxmlformats-officedocument.theme+xml"/>
  <Override PartName="/ppt/slideLayouts/slideLayout37.xml" ContentType="application/vnd.openxmlformats-officedocument.presentationml.slideLayout+xml"/>
  <Override PartName="/ppt/theme/theme17.xml" ContentType="application/vnd.openxmlformats-officedocument.theme+xml"/>
  <Override PartName="/ppt/slideLayouts/slideLayout38.xml" ContentType="application/vnd.openxmlformats-officedocument.presentationml.slideLayout+xml"/>
  <Override PartName="/ppt/theme/theme18.xml" ContentType="application/vnd.openxmlformats-officedocument.theme+xml"/>
  <Override PartName="/ppt/slideLayouts/slideLayout39.xml" ContentType="application/vnd.openxmlformats-officedocument.presentationml.slideLayout+xml"/>
  <Override PartName="/ppt/theme/theme19.xml" ContentType="application/vnd.openxmlformats-officedocument.theme+xml"/>
  <Override PartName="/ppt/slideLayouts/slideLayout40.xml" ContentType="application/vnd.openxmlformats-officedocument.presentationml.slideLayout+xml"/>
  <Override PartName="/ppt/theme/theme20.xml" ContentType="application/vnd.openxmlformats-officedocument.theme+xml"/>
  <Override PartName="/ppt/slideLayouts/slideLayout41.xml" ContentType="application/vnd.openxmlformats-officedocument.presentationml.slideLayout+xml"/>
  <Override PartName="/ppt/theme/theme21.xml" ContentType="application/vnd.openxmlformats-officedocument.theme+xml"/>
  <Override PartName="/ppt/theme/theme2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6" r:id="rId2"/>
    <p:sldMasterId id="2147483679" r:id="rId3"/>
    <p:sldMasterId id="2147483700" r:id="rId4"/>
    <p:sldMasterId id="2147483704" r:id="rId5"/>
    <p:sldMasterId id="2147483726" r:id="rId6"/>
    <p:sldMasterId id="2147483730" r:id="rId7"/>
    <p:sldMasterId id="2147483763" r:id="rId8"/>
    <p:sldMasterId id="2147483769" r:id="rId9"/>
    <p:sldMasterId id="2147483785" r:id="rId10"/>
    <p:sldMasterId id="2147483801" r:id="rId11"/>
    <p:sldMasterId id="2147483804" r:id="rId12"/>
    <p:sldMasterId id="2147483807" r:id="rId13"/>
    <p:sldMasterId id="2147483827" r:id="rId14"/>
    <p:sldMasterId id="2147483833" r:id="rId15"/>
    <p:sldMasterId id="2147483835" r:id="rId16"/>
    <p:sldMasterId id="2147483839" r:id="rId17"/>
    <p:sldMasterId id="2147483842" r:id="rId18"/>
    <p:sldMasterId id="2147483845" r:id="rId19"/>
    <p:sldMasterId id="2147483848" r:id="rId20"/>
    <p:sldMasterId id="2147483852" r:id="rId21"/>
  </p:sldMasterIdLst>
  <p:notesMasterIdLst>
    <p:notesMasterId r:id="rId23"/>
  </p:notesMasterIdLst>
  <p:sldIdLst>
    <p:sldId id="583" r:id="rId22"/>
  </p:sldIdLst>
  <p:sldSz cx="12192000" cy="6858000"/>
  <p:notesSz cx="6807200" cy="99393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S/LG Line-up" id="{9F38D5E0-4754-4900-B31C-A479D6C65359}">
          <p14:sldIdLst>
            <p14:sldId id="583"/>
          </p14:sldIdLst>
        </p14:section>
      </p14:sectionLst>
    </p:ext>
    <p:ext uri="{EFAFB233-063F-42B5-8137-9DF3F51BA10A}">
      <p15:sldGuideLst xmlns:p15="http://schemas.microsoft.com/office/powerpoint/2012/main">
        <p15:guide id="1" orient="horz" pos="618" userDrawn="1">
          <p15:clr>
            <a:srgbClr val="A4A3A4"/>
          </p15:clr>
        </p15:guide>
        <p15:guide id="2" pos="3885" userDrawn="1">
          <p15:clr>
            <a:srgbClr val="A4A3A4"/>
          </p15:clr>
        </p15:guide>
        <p15:guide id="3" pos="189" userDrawn="1">
          <p15:clr>
            <a:srgbClr val="A4A3A4"/>
          </p15:clr>
        </p15:guide>
        <p15:guide id="4" pos="3545" userDrawn="1">
          <p15:clr>
            <a:srgbClr val="A4A3A4"/>
          </p15:clr>
        </p15:guide>
        <p15:guide id="5" userDrawn="1">
          <p15:clr>
            <a:srgbClr val="A4A3A4"/>
          </p15:clr>
        </p15:guide>
        <p15:guide id="7" orient="horz" pos="3816" userDrawn="1">
          <p15:clr>
            <a:srgbClr val="A4A3A4"/>
          </p15:clr>
        </p15:guide>
        <p15:guide id="8" orient="horz" pos="913" userDrawn="1">
          <p15:clr>
            <a:srgbClr val="A4A3A4"/>
          </p15:clr>
        </p15:guide>
        <p15:guide id="9" orient="horz" pos="1117">
          <p15:clr>
            <a:srgbClr val="A4A3A4"/>
          </p15:clr>
        </p15:guide>
        <p15:guide id="10" orient="horz" pos="1797" userDrawn="1">
          <p15:clr>
            <a:srgbClr val="A4A3A4"/>
          </p15:clr>
        </p15:guide>
        <p15:guide id="11" orient="horz" pos="2432" userDrawn="1">
          <p15:clr>
            <a:srgbClr val="A4A3A4"/>
          </p15:clr>
        </p15:guide>
        <p15:guide id="12" orient="horz" pos="2183" userDrawn="1">
          <p15:clr>
            <a:srgbClr val="A4A3A4"/>
          </p15:clr>
        </p15:guide>
        <p15:guide id="13" orient="horz" pos="2636" userDrawn="1">
          <p15:clr>
            <a:srgbClr val="A4A3A4"/>
          </p15:clr>
        </p15:guide>
        <p15:guide id="14" orient="horz" pos="1979" userDrawn="1">
          <p15:clr>
            <a:srgbClr val="A4A3A4"/>
          </p15:clr>
        </p15:guide>
        <p15:guide id="15" orient="horz" pos="3045" userDrawn="1">
          <p15:clr>
            <a:srgbClr val="A4A3A4"/>
          </p15:clr>
        </p15:guide>
        <p15:guide id="16" orient="horz" pos="2840" userDrawn="1">
          <p15:clr>
            <a:srgbClr val="A4A3A4"/>
          </p15:clr>
        </p15:guide>
        <p15:guide id="17" orient="horz" pos="3312" userDrawn="1">
          <p15:clr>
            <a:srgbClr val="A4A3A4"/>
          </p15:clr>
        </p15:guide>
        <p15:guide id="18" orient="horz" pos="3362" userDrawn="1">
          <p15:clr>
            <a:srgbClr val="A4A3A4"/>
          </p15:clr>
        </p15:guide>
        <p15:guide id="19" orient="horz" pos="3827" userDrawn="1">
          <p15:clr>
            <a:srgbClr val="A4A3A4"/>
          </p15:clr>
        </p15:guide>
        <p15:guide id="20" orient="horz" pos="4133" userDrawn="1">
          <p15:clr>
            <a:srgbClr val="A4A3A4"/>
          </p15:clr>
        </p15:guide>
        <p15:guide id="21" pos="3839">
          <p15:clr>
            <a:srgbClr val="A4A3A4"/>
          </p15:clr>
        </p15:guide>
        <p15:guide id="22" pos="4656" userDrawn="1">
          <p15:clr>
            <a:srgbClr val="A4A3A4"/>
          </p15:clr>
        </p15:guide>
        <p15:guide id="23" pos="283">
          <p15:clr>
            <a:srgbClr val="A4A3A4"/>
          </p15:clr>
        </p15:guide>
        <p15:guide id="24" pos="2661" userDrawn="1">
          <p15:clr>
            <a:srgbClr val="A4A3A4"/>
          </p15:clr>
        </p15:guide>
        <p15:guide id="25" pos="4158" userDrawn="1">
          <p15:clr>
            <a:srgbClr val="A4A3A4"/>
          </p15:clr>
        </p15:guide>
        <p15:guide id="26" orient="horz" pos="482" userDrawn="1">
          <p15:clr>
            <a:srgbClr val="A4A3A4"/>
          </p15:clr>
        </p15:guide>
        <p15:guide id="27" orient="horz" pos="616">
          <p15:clr>
            <a:srgbClr val="A4A3A4"/>
          </p15:clr>
        </p15:guide>
        <p15:guide id="28" orient="horz" pos="1933" userDrawn="1">
          <p15:clr>
            <a:srgbClr val="A4A3A4"/>
          </p15:clr>
        </p15:guide>
        <p15:guide id="29" orient="horz" pos="3226" userDrawn="1">
          <p15:clr>
            <a:srgbClr val="A4A3A4"/>
          </p15:clr>
        </p15:guide>
        <p15:guide id="30" orient="horz" pos="4155">
          <p15:clr>
            <a:srgbClr val="A4A3A4"/>
          </p15:clr>
        </p15:guide>
        <p15:guide id="31" pos="3477" userDrawn="1">
          <p15:clr>
            <a:srgbClr val="A4A3A4"/>
          </p15:clr>
        </p15:guide>
        <p15:guide id="32" pos="4951" userDrawn="1">
          <p15:clr>
            <a:srgbClr val="A4A3A4"/>
          </p15:clr>
        </p15:guide>
        <p15:guide id="33" pos="289">
          <p15:clr>
            <a:srgbClr val="A4A3A4"/>
          </p15:clr>
        </p15:guide>
        <p15:guide id="34" pos="1186" userDrawn="1">
          <p15:clr>
            <a:srgbClr val="A4A3A4"/>
          </p15:clr>
        </p15:guide>
        <p15:guide id="35" pos="5632" userDrawn="1">
          <p15:clr>
            <a:srgbClr val="A4A3A4"/>
          </p15:clr>
        </p15:guide>
        <p15:guide id="36" pos="425">
          <p15:clr>
            <a:srgbClr val="A4A3A4"/>
          </p15:clr>
        </p15:guide>
        <p15:guide id="37" pos="512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a:srgbClr val="0066FF"/>
    <a:srgbClr val="008000"/>
    <a:srgbClr val="7597AF"/>
    <a:srgbClr val="FFCCFF"/>
    <a:srgbClr val="FF0066"/>
    <a:srgbClr val="00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635" autoAdjust="0"/>
    <p:restoredTop sz="96582" autoAdjust="0"/>
  </p:normalViewPr>
  <p:slideViewPr>
    <p:cSldViewPr snapToGrid="0" showGuides="1">
      <p:cViewPr varScale="1">
        <p:scale>
          <a:sx n="113" d="100"/>
          <a:sy n="113" d="100"/>
        </p:scale>
        <p:origin x="606" y="96"/>
      </p:cViewPr>
      <p:guideLst>
        <p:guide orient="horz" pos="618"/>
        <p:guide pos="3885"/>
        <p:guide pos="189"/>
        <p:guide pos="3545"/>
        <p:guide/>
        <p:guide orient="horz" pos="3816"/>
        <p:guide orient="horz" pos="913"/>
        <p:guide orient="horz" pos="1117"/>
        <p:guide orient="horz" pos="1797"/>
        <p:guide orient="horz" pos="2432"/>
        <p:guide orient="horz" pos="2183"/>
        <p:guide orient="horz" pos="2636"/>
        <p:guide orient="horz" pos="1979"/>
        <p:guide orient="horz" pos="3045"/>
        <p:guide orient="horz" pos="2840"/>
        <p:guide orient="horz" pos="3312"/>
        <p:guide orient="horz" pos="3362"/>
        <p:guide orient="horz" pos="3827"/>
        <p:guide orient="horz" pos="4133"/>
        <p:guide pos="3839"/>
        <p:guide pos="4656"/>
        <p:guide pos="283"/>
        <p:guide pos="2661"/>
        <p:guide pos="4158"/>
        <p:guide orient="horz" pos="482"/>
        <p:guide orient="horz" pos="616"/>
        <p:guide orient="horz" pos="1933"/>
        <p:guide orient="horz" pos="3226"/>
        <p:guide orient="horz" pos="4155"/>
        <p:guide pos="3477"/>
        <p:guide pos="4951"/>
        <p:guide pos="289"/>
        <p:guide pos="1186"/>
        <p:guide pos="5632"/>
        <p:guide pos="425"/>
        <p:guide pos="5125"/>
      </p:guideLst>
    </p:cSldViewPr>
  </p:slideViewPr>
  <p:notesTextViewPr>
    <p:cViewPr>
      <p:scale>
        <a:sx n="3" d="2"/>
        <a:sy n="3" d="2"/>
      </p:scale>
      <p:origin x="0" y="0"/>
    </p:cViewPr>
  </p:notesTextViewPr>
  <p:sorterViewPr>
    <p:cViewPr>
      <p:scale>
        <a:sx n="90" d="100"/>
        <a:sy n="90" d="100"/>
      </p:scale>
      <p:origin x="0" y="4362"/>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Master" Target="slideMasters/slideMaster21.xml"/><Relationship Id="rId7" Type="http://schemas.openxmlformats.org/officeDocument/2006/relationships/slideMaster" Target="slideMasters/slideMaster7.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0" Type="http://schemas.openxmlformats.org/officeDocument/2006/relationships/slideMaster" Target="slideMasters/slideMaster20.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presProps" Target="presProps.xml"/><Relationship Id="rId5" Type="http://schemas.openxmlformats.org/officeDocument/2006/relationships/slideMaster" Target="slideMasters/slideMaster5.xml"/><Relationship Id="rId15" Type="http://schemas.openxmlformats.org/officeDocument/2006/relationships/slideMaster" Target="slideMasters/slideMaster15.xml"/><Relationship Id="rId23" Type="http://schemas.openxmlformats.org/officeDocument/2006/relationships/notesMaster" Target="notesMasters/notesMaster1.xml"/><Relationship Id="rId10" Type="http://schemas.openxmlformats.org/officeDocument/2006/relationships/slideMaster" Target="slideMasters/slideMaster10.xml"/><Relationship Id="rId19" Type="http://schemas.openxmlformats.org/officeDocument/2006/relationships/slideMaster" Target="slideMasters/slideMaster19.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Master" Target="slideMasters/slideMaster14.xml"/><Relationship Id="rId22" Type="http://schemas.openxmlformats.org/officeDocument/2006/relationships/slide" Target="slides/slid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9787" cy="498693"/>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5838" y="0"/>
            <a:ext cx="2949787" cy="498693"/>
          </a:xfrm>
          <a:prstGeom prst="rect">
            <a:avLst/>
          </a:prstGeom>
        </p:spPr>
        <p:txBody>
          <a:bodyPr vert="horz" lIns="91440" tIns="45720" rIns="91440" bIns="45720" rtlCol="0"/>
          <a:lstStyle>
            <a:lvl1pPr algn="r">
              <a:defRPr sz="1200"/>
            </a:lvl1pPr>
          </a:lstStyle>
          <a:p>
            <a:fld id="{7175B040-9FEB-494E-A0F9-A3F9B3624C4B}" type="datetimeFigureOut">
              <a:rPr lang="ko-KR" altLang="en-US" smtClean="0"/>
              <a:t>2025-06-05</a:t>
            </a:fld>
            <a:endParaRPr lang="ko-KR" altLang="en-US"/>
          </a:p>
        </p:txBody>
      </p:sp>
      <p:sp>
        <p:nvSpPr>
          <p:cNvPr id="4" name="슬라이드 이미지 개체 틀 3"/>
          <p:cNvSpPr>
            <a:spLocks noGrp="1" noRot="1" noChangeAspect="1"/>
          </p:cNvSpPr>
          <p:nvPr>
            <p:ph type="sldImg" idx="2"/>
          </p:nvPr>
        </p:nvSpPr>
        <p:spPr>
          <a:xfrm>
            <a:off x="422275" y="1243013"/>
            <a:ext cx="5962650" cy="33543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0720" y="4783307"/>
            <a:ext cx="5445760" cy="3913614"/>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9440647"/>
            <a:ext cx="2949787" cy="49869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5838" y="9440647"/>
            <a:ext cx="2949787" cy="498692"/>
          </a:xfrm>
          <a:prstGeom prst="rect">
            <a:avLst/>
          </a:prstGeom>
        </p:spPr>
        <p:txBody>
          <a:bodyPr vert="horz" lIns="91440" tIns="45720" rIns="91440" bIns="45720" rtlCol="0" anchor="b"/>
          <a:lstStyle>
            <a:lvl1pPr algn="r">
              <a:defRPr sz="1200"/>
            </a:lvl1pPr>
          </a:lstStyle>
          <a:p>
            <a:fld id="{0914CADD-818A-4B6B-B0DC-72CADBDA9119}" type="slidenum">
              <a:rPr lang="ko-KR" altLang="en-US" smtClean="0"/>
              <a:t>‹#›</a:t>
            </a:fld>
            <a:endParaRPr lang="ko-KR" altLang="en-US"/>
          </a:p>
        </p:txBody>
      </p:sp>
    </p:spTree>
    <p:extLst>
      <p:ext uri="{BB962C8B-B14F-4D97-AF65-F5344CB8AC3E}">
        <p14:creationId xmlns:p14="http://schemas.microsoft.com/office/powerpoint/2010/main" val="296338287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90488" y="746125"/>
            <a:ext cx="6626225" cy="3727450"/>
          </a:xfrm>
        </p:spPr>
      </p:sp>
      <p:sp>
        <p:nvSpPr>
          <p:cNvPr id="3" name="슬라이드 노트 개체 틀 2"/>
          <p:cNvSpPr>
            <a:spLocks noGrp="1"/>
          </p:cNvSpPr>
          <p:nvPr>
            <p:ph type="body" idx="1"/>
          </p:nvPr>
        </p:nvSpPr>
        <p:spPr/>
        <p:txBody>
          <a:bodyPr/>
          <a:lstStyle/>
          <a:p>
            <a:endParaRPr lang="ko-KR" altLang="en-US" baseline="0">
              <a:latin typeface="Arial Narrow" panose="020B0606020202030204" pitchFamily="34" charset="0"/>
              <a:ea typeface="LG스마트체 Regular" panose="020B0600000101010101" pitchFamily="50" charset="-127"/>
            </a:endParaRPr>
          </a:p>
        </p:txBody>
      </p:sp>
      <p:sp>
        <p:nvSpPr>
          <p:cNvPr id="4" name="슬라이드 번호 개체 틀 3"/>
          <p:cNvSpPr>
            <a:spLocks noGrp="1"/>
          </p:cNvSpPr>
          <p:nvPr>
            <p:ph type="sldNum" sz="quarter" idx="10"/>
          </p:nvPr>
        </p:nvSpPr>
        <p:spPr/>
        <p:txBody>
          <a:bodyPr/>
          <a:lstStyle/>
          <a:p>
            <a:pPr>
              <a:defRPr/>
            </a:pPr>
            <a:fld id="{7AA8952B-F4B7-4589-9D62-95B0F3174C21}" type="slidenum">
              <a:rPr lang="en-US" altLang="ko-KR" smtClean="0">
                <a:solidFill>
                  <a:srgbClr val="000000"/>
                </a:solidFill>
              </a:rPr>
              <a:pPr>
                <a:defRPr/>
              </a:pPr>
              <a:t>1</a:t>
            </a:fld>
            <a:endParaRPr lang="en-US" altLang="ko-KR">
              <a:solidFill>
                <a:srgbClr val="000000"/>
              </a:solidFill>
            </a:endParaRPr>
          </a:p>
        </p:txBody>
      </p:sp>
    </p:spTree>
    <p:extLst>
      <p:ext uri="{BB962C8B-B14F-4D97-AF65-F5344CB8AC3E}">
        <p14:creationId xmlns:p14="http://schemas.microsoft.com/office/powerpoint/2010/main" val="17971500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oleObject" Target="../embeddings/oleObject2.bin"/><Relationship Id="rId5" Type="http://schemas.openxmlformats.org/officeDocument/2006/relationships/image" Target="../media/image1.emf"/><Relationship Id="rId4" Type="http://schemas.openxmlformats.org/officeDocument/2006/relationships/oleObject" Target="../embeddings/oleObject1.bin"/></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표지">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91940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부제목포함">
    <p:spTree>
      <p:nvGrpSpPr>
        <p:cNvPr id="1" name=""/>
        <p:cNvGrpSpPr/>
        <p:nvPr/>
      </p:nvGrpSpPr>
      <p:grpSpPr>
        <a:xfrm>
          <a:off x="0" y="0"/>
          <a:ext cx="0" cy="0"/>
          <a:chOff x="0" y="0"/>
          <a:chExt cx="0" cy="0"/>
        </a:xfrm>
      </p:grpSpPr>
      <p:sp>
        <p:nvSpPr>
          <p:cNvPr id="11" name="부제목 2"/>
          <p:cNvSpPr>
            <a:spLocks noGrp="1"/>
          </p:cNvSpPr>
          <p:nvPr>
            <p:ph type="subTitle" idx="13"/>
          </p:nvPr>
        </p:nvSpPr>
        <p:spPr>
          <a:xfrm>
            <a:off x="554580" y="836713"/>
            <a:ext cx="8534401" cy="357909"/>
          </a:xfrm>
          <a:prstGeom prst="rect">
            <a:avLst/>
          </a:prstGeom>
        </p:spPr>
        <p:txBody>
          <a:bodyPr/>
          <a:lstStyle>
            <a:lvl1pPr marL="0" indent="0" algn="l">
              <a:buNone/>
              <a:defRPr sz="1600" b="1">
                <a:solidFill>
                  <a:schemeClr val="tx1">
                    <a:lumMod val="65000"/>
                    <a:lumOff val="35000"/>
                  </a:schemeClr>
                </a:solidFill>
                <a:latin typeface="LG스마트체 Regular" panose="020B0600000101010101" pitchFamily="50" charset="-127"/>
                <a:ea typeface="LG스마트체 Regular" panose="020B0600000101010101" pitchFamily="50" charset="-127"/>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dirty="0"/>
              <a:t>마스터 부제목 스타일 편집</a:t>
            </a:r>
          </a:p>
        </p:txBody>
      </p:sp>
      <p:sp>
        <p:nvSpPr>
          <p:cNvPr id="12" name="내용 개체 틀 3"/>
          <p:cNvSpPr>
            <a:spLocks noGrp="1"/>
          </p:cNvSpPr>
          <p:nvPr>
            <p:ph sz="half" idx="2"/>
          </p:nvPr>
        </p:nvSpPr>
        <p:spPr>
          <a:xfrm>
            <a:off x="568468" y="1312759"/>
            <a:ext cx="11085520" cy="664578"/>
          </a:xfrm>
          <a:prstGeom prst="rect">
            <a:avLst/>
          </a:prstGeom>
        </p:spPr>
        <p:txBody>
          <a:bodyPr/>
          <a:lstStyle>
            <a:lvl1pPr>
              <a:defRPr lang="ko-KR" altLang="en-US" sz="1200" kern="0" spc="-100" dirty="0">
                <a:gradFill>
                  <a:gsLst>
                    <a:gs pos="0">
                      <a:sysClr val="windowText" lastClr="000000"/>
                    </a:gs>
                    <a:gs pos="50000">
                      <a:sysClr val="windowText" lastClr="000000"/>
                    </a:gs>
                  </a:gsLst>
                  <a:lin ang="5400000" scaled="0"/>
                </a:gradFill>
                <a:latin typeface="LG스마트체 Regular" panose="020B0600000101010101" pitchFamily="50" charset="-127"/>
                <a:ea typeface="LG스마트체 Regular" panose="020B0600000101010101" pitchFamily="50" charset="-127"/>
                <a:cs typeface="Arial" panose="020B0604020202020204" pitchFamily="34" charset="0"/>
              </a:defRPr>
            </a:lvl1pPr>
            <a:lvl2pPr>
              <a:defRPr lang="ko-KR" altLang="en-US" sz="1200" kern="0" spc="-100" dirty="0">
                <a:gradFill>
                  <a:gsLst>
                    <a:gs pos="0">
                      <a:sysClr val="windowText" lastClr="000000"/>
                    </a:gs>
                    <a:gs pos="50000">
                      <a:sysClr val="windowText" lastClr="000000"/>
                    </a:gs>
                  </a:gsLst>
                  <a:lin ang="5400000" scaled="0"/>
                </a:gradFill>
                <a:latin typeface="LG스마트체 Regular" panose="020B0600000101010101" pitchFamily="50" charset="-127"/>
                <a:ea typeface="LG스마트체 Regular" panose="020B0600000101010101" pitchFamily="50" charset="-127"/>
                <a:cs typeface="Arial" panose="020B0604020202020204" pitchFamily="34" charset="0"/>
              </a:defRPr>
            </a:lvl2pPr>
          </a:lstStyle>
          <a:p>
            <a:pPr marL="93663" lvl="0" indent="-93663" latinLnBrk="0">
              <a:spcBef>
                <a:spcPts val="200"/>
              </a:spcBef>
            </a:pPr>
            <a:r>
              <a:rPr lang="ko-KR" altLang="en-US" dirty="0"/>
              <a:t>마스터 텍스트 스타일을 편집합니다</a:t>
            </a:r>
          </a:p>
          <a:p>
            <a:pPr lvl="1"/>
            <a:r>
              <a:rPr lang="ko-KR" altLang="en-US" dirty="0"/>
              <a:t>둘째 수준</a:t>
            </a:r>
          </a:p>
        </p:txBody>
      </p:sp>
      <p:cxnSp>
        <p:nvCxnSpPr>
          <p:cNvPr id="6" name="직선 연결선 5"/>
          <p:cNvCxnSpPr/>
          <p:nvPr userDrawn="1"/>
        </p:nvCxnSpPr>
        <p:spPr>
          <a:xfrm>
            <a:off x="2" y="526427"/>
            <a:ext cx="12192000"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9" name="직사각형 8"/>
          <p:cNvSpPr/>
          <p:nvPr userDrawn="1"/>
        </p:nvSpPr>
        <p:spPr>
          <a:xfrm>
            <a:off x="5300738" y="122724"/>
            <a:ext cx="1590526" cy="285566"/>
          </a:xfrm>
          <a:prstGeom prst="rect">
            <a:avLst/>
          </a:prstGeom>
          <a:noFill/>
          <a:ln w="9525" cap="flat" cmpd="sng" algn="ctr">
            <a:solidFill>
              <a:srgbClr val="FFFFFF">
                <a:lumMod val="65000"/>
              </a:srgbClr>
            </a:solidFill>
            <a:prstDash val="solid"/>
          </a:ln>
          <a:effectLst/>
        </p:spPr>
        <p:txBody>
          <a:bodyPr lIns="0" rIns="0" rtlCol="0" anchor="ctr"/>
          <a:lstStyle/>
          <a:p>
            <a:pPr algn="ctr" latinLnBrk="0">
              <a:defRPr/>
            </a:pPr>
            <a:r>
              <a:rPr lang="en-US" altLang="ko-KR" sz="1300" kern="0" dirty="0">
                <a:solidFill>
                  <a:prstClr val="white">
                    <a:lumMod val="50000"/>
                  </a:prstClr>
                </a:solidFill>
                <a:latin typeface="Arial Narrow"/>
                <a:ea typeface="LG스마트체 Regular"/>
              </a:rPr>
              <a:t>LGE Internal Use Only</a:t>
            </a:r>
            <a:endParaRPr lang="ko-KR" altLang="en-US" sz="1300" kern="0" dirty="0">
              <a:solidFill>
                <a:prstClr val="white">
                  <a:lumMod val="50000"/>
                </a:prstClr>
              </a:solidFill>
              <a:latin typeface="Arial Narrow"/>
              <a:ea typeface="LG스마트체 Regular"/>
            </a:endParaRPr>
          </a:p>
        </p:txBody>
      </p:sp>
    </p:spTree>
    <p:extLst>
      <p:ext uri="{BB962C8B-B14F-4D97-AF65-F5344CB8AC3E}">
        <p14:creationId xmlns:p14="http://schemas.microsoft.com/office/powerpoint/2010/main" val="110118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본장표_w.o_sub">
    <p:spTree>
      <p:nvGrpSpPr>
        <p:cNvPr id="1" name=""/>
        <p:cNvGrpSpPr/>
        <p:nvPr/>
      </p:nvGrpSpPr>
      <p:grpSpPr>
        <a:xfrm>
          <a:off x="0" y="0"/>
          <a:ext cx="0" cy="0"/>
          <a:chOff x="0" y="0"/>
          <a:chExt cx="0" cy="0"/>
        </a:xfrm>
      </p:grpSpPr>
      <p:sp>
        <p:nvSpPr>
          <p:cNvPr id="2" name="제목 1"/>
          <p:cNvSpPr>
            <a:spLocks noGrp="1"/>
          </p:cNvSpPr>
          <p:nvPr>
            <p:ph type="title"/>
          </p:nvPr>
        </p:nvSpPr>
        <p:spPr>
          <a:xfrm>
            <a:off x="246779" y="132917"/>
            <a:ext cx="2513509" cy="307777"/>
          </a:xfrm>
          <a:prstGeom prst="rect">
            <a:avLst/>
          </a:prstGeom>
        </p:spPr>
        <p:txBody>
          <a:bodyPr wrap="none" lIns="0" tIns="0" rIns="0" bIns="0">
            <a:spAutoFit/>
          </a:bodyPr>
          <a:lstStyle>
            <a:lvl1pPr algn="l">
              <a:defRPr sz="2000" b="1" baseline="0">
                <a:latin typeface="Arial Narrow" panose="020B0606020202030204" pitchFamily="34" charset="0"/>
                <a:ea typeface="LG스마트체2.0 Regular" panose="020B0600000101010101" pitchFamily="50" charset="-127"/>
              </a:defRPr>
            </a:lvl1pPr>
          </a:lstStyle>
          <a:p>
            <a:r>
              <a:rPr lang="ko-KR" altLang="en-US" dirty="0"/>
              <a:t>마스터 제목 스타일 편집</a:t>
            </a:r>
          </a:p>
        </p:txBody>
      </p:sp>
      <p:sp>
        <p:nvSpPr>
          <p:cNvPr id="7" name="내용 개체 틀 2"/>
          <p:cNvSpPr>
            <a:spLocks noGrp="1"/>
          </p:cNvSpPr>
          <p:nvPr>
            <p:ph idx="10"/>
          </p:nvPr>
        </p:nvSpPr>
        <p:spPr>
          <a:xfrm>
            <a:off x="396638" y="872716"/>
            <a:ext cx="11144738" cy="276999"/>
          </a:xfrm>
          <a:prstGeom prst="rect">
            <a:avLst/>
          </a:prstGeom>
        </p:spPr>
        <p:txBody>
          <a:bodyPr wrap="square" lIns="0" tIns="0" rIns="0" bIns="0">
            <a:spAutoFit/>
          </a:bodyPr>
          <a:lstStyle>
            <a:lvl1pPr marL="0" indent="0" algn="l">
              <a:buNone/>
              <a:defRPr sz="1800" b="1" baseline="0">
                <a:latin typeface="Arial Narrow" panose="020B0606020202030204" pitchFamily="34" charset="0"/>
                <a:ea typeface="LG스마트체2.0 Regular" panose="020B0600000101010101" pitchFamily="50" charset="-127"/>
              </a:defRPr>
            </a:lvl1pPr>
            <a:lvl2pPr>
              <a:defRPr baseline="0">
                <a:latin typeface="+mn-lt"/>
                <a:ea typeface="+mn-ea"/>
              </a:defRPr>
            </a:lvl2pPr>
            <a:lvl3pPr>
              <a:defRPr baseline="0">
                <a:latin typeface="+mn-lt"/>
                <a:ea typeface="+mn-ea"/>
              </a:defRPr>
            </a:lvl3pPr>
            <a:lvl4pPr>
              <a:defRPr baseline="0">
                <a:latin typeface="+mn-lt"/>
                <a:ea typeface="+mn-ea"/>
              </a:defRPr>
            </a:lvl4pPr>
            <a:lvl5pPr>
              <a:defRPr baseline="0">
                <a:latin typeface="+mn-lt"/>
                <a:ea typeface="+mn-ea"/>
              </a:defRPr>
            </a:lvl5pPr>
          </a:lstStyle>
          <a:p>
            <a:pPr lvl="0"/>
            <a:r>
              <a:rPr lang="ko-KR" altLang="en-US"/>
              <a:t>마스터 텍스트 스타일을 편집합니다</a:t>
            </a:r>
          </a:p>
        </p:txBody>
      </p:sp>
      <p:sp>
        <p:nvSpPr>
          <p:cNvPr id="8" name="Line 14"/>
          <p:cNvSpPr>
            <a:spLocks noChangeShapeType="1"/>
          </p:cNvSpPr>
          <p:nvPr userDrawn="1"/>
        </p:nvSpPr>
        <p:spPr bwMode="auto">
          <a:xfrm>
            <a:off x="1" y="534987"/>
            <a:ext cx="12192000"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lIns="91429" tIns="45714" rIns="91429" bIns="45714"/>
          <a:lstStyle/>
          <a:p>
            <a:pPr defTabSz="914290" fontAlgn="base">
              <a:spcBef>
                <a:spcPct val="0"/>
              </a:spcBef>
              <a:spcAft>
                <a:spcPct val="0"/>
              </a:spcAft>
            </a:pPr>
            <a:endParaRPr kumimoji="1" lang="ko-KR" altLang="en-US" sz="1300" b="1" dirty="0">
              <a:solidFill>
                <a:srgbClr val="000000"/>
              </a:solidFill>
              <a:latin typeface="Arial Narrow" panose="020B0606020202030204" pitchFamily="34" charset="0"/>
              <a:ea typeface="LG스마트체 Regular" panose="020B0600000101010101" pitchFamily="50" charset="-127"/>
            </a:endParaRPr>
          </a:p>
        </p:txBody>
      </p:sp>
      <p:sp>
        <p:nvSpPr>
          <p:cNvPr id="9" name="슬라이드 번호 개체 틀 5"/>
          <p:cNvSpPr txBox="1">
            <a:spLocks/>
          </p:cNvSpPr>
          <p:nvPr userDrawn="1"/>
        </p:nvSpPr>
        <p:spPr>
          <a:xfrm>
            <a:off x="11771772" y="6677667"/>
            <a:ext cx="341440" cy="169277"/>
          </a:xfrm>
          <a:prstGeom prst="rect">
            <a:avLst/>
          </a:prstGeom>
        </p:spPr>
        <p:txBody>
          <a:bodyPr wrap="none" lIns="0" tIns="0" rIns="0" bIns="0">
            <a:spAutoFit/>
          </a:bodyPr>
          <a:lstStyle>
            <a:defPPr>
              <a:defRPr lang="ko-KR"/>
            </a:defPPr>
            <a:lvl1pPr marL="0" algn="l" defTabSz="914400" rtl="0" eaLnBrk="1" fontAlgn="auto" latinLnBrk="1" hangingPunct="1">
              <a:spcBef>
                <a:spcPts val="0"/>
              </a:spcBef>
              <a:spcAft>
                <a:spcPts val="0"/>
              </a:spcAft>
              <a:defRPr kumimoji="0" sz="1100" b="0" kern="1200" baseline="0">
                <a:solidFill>
                  <a:schemeClr val="tx1"/>
                </a:solidFill>
                <a:latin typeface="LG스마트체2.0 Regular" panose="020B0600000101010101" pitchFamily="50" charset="-127"/>
                <a:ea typeface="LG스마트체2.0 Regular" panose="020B0600000101010101" pitchFamily="50" charset="-127"/>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fld id="{52DE4B1D-C69D-4ACA-8930-E0A03A5C4B86}" type="slidenum">
              <a:rPr lang="ko-KR" altLang="en-US" sz="1100" smtClean="0">
                <a:solidFill>
                  <a:prstClr val="black"/>
                </a:solidFill>
              </a:rPr>
              <a:pPr>
                <a:defRPr/>
              </a:pPr>
              <a:t>‹#›</a:t>
            </a:fld>
            <a:endParaRPr lang="ko-KR" altLang="en-US" sz="1100" dirty="0">
              <a:solidFill>
                <a:prstClr val="black"/>
              </a:solidFill>
            </a:endParaRPr>
          </a:p>
        </p:txBody>
      </p:sp>
    </p:spTree>
    <p:extLst>
      <p:ext uri="{BB962C8B-B14F-4D97-AF65-F5344CB8AC3E}">
        <p14:creationId xmlns:p14="http://schemas.microsoft.com/office/powerpoint/2010/main" val="21919210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제목만">
    <p:spTree>
      <p:nvGrpSpPr>
        <p:cNvPr id="1" name=""/>
        <p:cNvGrpSpPr/>
        <p:nvPr/>
      </p:nvGrpSpPr>
      <p:grpSpPr>
        <a:xfrm>
          <a:off x="0" y="0"/>
          <a:ext cx="0" cy="0"/>
          <a:chOff x="0" y="0"/>
          <a:chExt cx="0" cy="0"/>
        </a:xfrm>
      </p:grpSpPr>
      <p:sp>
        <p:nvSpPr>
          <p:cNvPr id="2" name="제목 1"/>
          <p:cNvSpPr>
            <a:spLocks noGrp="1"/>
          </p:cNvSpPr>
          <p:nvPr>
            <p:ph type="title"/>
          </p:nvPr>
        </p:nvSpPr>
        <p:spPr>
          <a:xfrm>
            <a:off x="246779" y="132917"/>
            <a:ext cx="2513509" cy="307777"/>
          </a:xfrm>
          <a:prstGeom prst="rect">
            <a:avLst/>
          </a:prstGeom>
        </p:spPr>
        <p:txBody>
          <a:bodyPr wrap="none" lIns="0" tIns="0" rIns="0" bIns="0">
            <a:spAutoFit/>
          </a:bodyPr>
          <a:lstStyle>
            <a:lvl1pPr algn="l">
              <a:defRPr sz="2000" b="1" baseline="0">
                <a:latin typeface="Arial Narrow" panose="020B0606020202030204" pitchFamily="34" charset="0"/>
                <a:ea typeface="LG스마트체2.0 Regular" panose="020B0600000101010101" pitchFamily="50" charset="-127"/>
              </a:defRPr>
            </a:lvl1pPr>
          </a:lstStyle>
          <a:p>
            <a:r>
              <a:rPr lang="ko-KR" altLang="en-US" dirty="0"/>
              <a:t>마스터 제목 스타일 편집</a:t>
            </a:r>
          </a:p>
        </p:txBody>
      </p:sp>
      <p:sp>
        <p:nvSpPr>
          <p:cNvPr id="8" name="Line 14"/>
          <p:cNvSpPr>
            <a:spLocks noChangeShapeType="1"/>
          </p:cNvSpPr>
          <p:nvPr userDrawn="1"/>
        </p:nvSpPr>
        <p:spPr bwMode="auto">
          <a:xfrm>
            <a:off x="1" y="534987"/>
            <a:ext cx="12192000"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lIns="91429" tIns="45714" rIns="91429" bIns="45714"/>
          <a:lstStyle/>
          <a:p>
            <a:pPr defTabSz="914290" fontAlgn="base">
              <a:spcBef>
                <a:spcPct val="0"/>
              </a:spcBef>
              <a:spcAft>
                <a:spcPct val="0"/>
              </a:spcAft>
            </a:pPr>
            <a:endParaRPr kumimoji="1" lang="ko-KR" altLang="en-US" sz="1300" b="1" dirty="0">
              <a:solidFill>
                <a:srgbClr val="000000"/>
              </a:solidFill>
              <a:latin typeface="Arial Narrow" panose="020B0606020202030204" pitchFamily="34" charset="0"/>
              <a:ea typeface="LG스마트체 Regular" panose="020B0600000101010101" pitchFamily="50" charset="-127"/>
            </a:endParaRPr>
          </a:p>
        </p:txBody>
      </p:sp>
      <p:sp>
        <p:nvSpPr>
          <p:cNvPr id="9" name="슬라이드 번호 개체 틀 5"/>
          <p:cNvSpPr txBox="1">
            <a:spLocks/>
          </p:cNvSpPr>
          <p:nvPr userDrawn="1"/>
        </p:nvSpPr>
        <p:spPr>
          <a:xfrm>
            <a:off x="11771772" y="6677667"/>
            <a:ext cx="341440" cy="169277"/>
          </a:xfrm>
          <a:prstGeom prst="rect">
            <a:avLst/>
          </a:prstGeom>
        </p:spPr>
        <p:txBody>
          <a:bodyPr wrap="none" lIns="0" tIns="0" rIns="0" bIns="0">
            <a:spAutoFit/>
          </a:bodyPr>
          <a:lstStyle>
            <a:defPPr>
              <a:defRPr lang="ko-KR"/>
            </a:defPPr>
            <a:lvl1pPr marL="0" algn="l" defTabSz="914400" rtl="0" eaLnBrk="1" fontAlgn="auto" latinLnBrk="1" hangingPunct="1">
              <a:spcBef>
                <a:spcPts val="0"/>
              </a:spcBef>
              <a:spcAft>
                <a:spcPts val="0"/>
              </a:spcAft>
              <a:defRPr kumimoji="0" sz="1100" b="0" kern="1200" baseline="0">
                <a:solidFill>
                  <a:schemeClr val="tx1"/>
                </a:solidFill>
                <a:latin typeface="LG스마트체2.0 Regular" panose="020B0600000101010101" pitchFamily="50" charset="-127"/>
                <a:ea typeface="LG스마트체2.0 Regular" panose="020B0600000101010101" pitchFamily="50" charset="-127"/>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defRPr/>
            </a:pPr>
            <a:fld id="{52DE4B1D-C69D-4ACA-8930-E0A03A5C4B86}" type="slidenum">
              <a:rPr lang="ko-KR" altLang="en-US" sz="1100" smtClean="0">
                <a:solidFill>
                  <a:prstClr val="black"/>
                </a:solidFill>
              </a:rPr>
              <a:pPr>
                <a:defRPr/>
              </a:pPr>
              <a:t>‹#›</a:t>
            </a:fld>
            <a:endParaRPr lang="ko-KR" altLang="en-US" sz="1100" dirty="0">
              <a:solidFill>
                <a:prstClr val="black"/>
              </a:solidFill>
            </a:endParaRPr>
          </a:p>
        </p:txBody>
      </p:sp>
    </p:spTree>
    <p:extLst>
      <p:ext uri="{BB962C8B-B14F-4D97-AF65-F5344CB8AC3E}">
        <p14:creationId xmlns:p14="http://schemas.microsoft.com/office/powerpoint/2010/main" val="29538154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31194936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6418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75912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제목 및 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23773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메인 슬라이드">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5669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메인 포맷">
    <p:spTree>
      <p:nvGrpSpPr>
        <p:cNvPr id="1" name=""/>
        <p:cNvGrpSpPr/>
        <p:nvPr/>
      </p:nvGrpSpPr>
      <p:grpSpPr>
        <a:xfrm>
          <a:off x="0" y="0"/>
          <a:ext cx="0" cy="0"/>
          <a:chOff x="0" y="0"/>
          <a:chExt cx="0" cy="0"/>
        </a:xfrm>
      </p:grpSpPr>
    </p:spTree>
    <p:extLst>
      <p:ext uri="{BB962C8B-B14F-4D97-AF65-F5344CB8AC3E}">
        <p14:creationId xmlns:p14="http://schemas.microsoft.com/office/powerpoint/2010/main" val="34758166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6825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266479" y="142037"/>
            <a:ext cx="2274662" cy="276999"/>
          </a:xfrm>
          <a:prstGeom prst="rect">
            <a:avLst/>
          </a:prstGeom>
        </p:spPr>
        <p:txBody>
          <a:bodyPr wrap="none" lIns="0" tIns="0" rIns="0" bIns="0">
            <a:spAutoFit/>
          </a:bodyPr>
          <a:lstStyle>
            <a:lvl1pPr algn="l">
              <a:defRPr sz="1800" b="1">
                <a:latin typeface="+mn-lt"/>
                <a:ea typeface="+mn-ea"/>
              </a:defRPr>
            </a:lvl1pPr>
          </a:lstStyle>
          <a:p>
            <a:r>
              <a:rPr lang="ko-KR" altLang="en-US" dirty="0"/>
              <a:t>마스터 제목 스타일 편집</a:t>
            </a:r>
          </a:p>
        </p:txBody>
      </p:sp>
      <p:sp>
        <p:nvSpPr>
          <p:cNvPr id="3" name="텍스트 개체 틀 8">
            <a:extLst>
              <a:ext uri="{FF2B5EF4-FFF2-40B4-BE49-F238E27FC236}">
                <a16:creationId xmlns:a16="http://schemas.microsoft.com/office/drawing/2014/main" id="{C313F087-4195-4DC4-9834-A8C47FE3C66C}"/>
              </a:ext>
            </a:extLst>
          </p:cNvPr>
          <p:cNvSpPr>
            <a:spLocks noGrp="1"/>
          </p:cNvSpPr>
          <p:nvPr>
            <p:ph type="body" sz="quarter" idx="18"/>
          </p:nvPr>
        </p:nvSpPr>
        <p:spPr>
          <a:xfrm>
            <a:off x="344325" y="656081"/>
            <a:ext cx="11520000" cy="456535"/>
          </a:xfrm>
        </p:spPr>
        <p:txBody>
          <a:bodyPr lIns="0" rIns="0">
            <a:spAutoFit/>
          </a:bodyPr>
          <a:lstStyle>
            <a:lvl1pPr marL="185738" indent="-185738" fontAlgn="base" latinLnBrk="0">
              <a:lnSpc>
                <a:spcPct val="100000"/>
              </a:lnSpc>
              <a:spcBef>
                <a:spcPts val="488"/>
              </a:spcBef>
              <a:buSzPct val="90000"/>
              <a:buFont typeface="맑은 고딕" panose="020B0503020000020004" pitchFamily="50" charset="-127"/>
              <a:buChar char="■"/>
              <a:defRPr sz="1200">
                <a:solidFill>
                  <a:schemeClr val="tx1"/>
                </a:solidFill>
                <a:latin typeface="+mn-lt"/>
                <a:ea typeface="+mn-ea"/>
              </a:defRPr>
            </a:lvl1pPr>
            <a:lvl2pPr marL="367606" indent="-152202" fontAlgn="base" latinLnBrk="0">
              <a:lnSpc>
                <a:spcPct val="100000"/>
              </a:lnSpc>
              <a:spcBef>
                <a:spcPts val="488"/>
              </a:spcBef>
              <a:buSzPct val="90000"/>
              <a:buFont typeface="맑은 고딕" panose="020B0503020000020004" pitchFamily="50" charset="-127"/>
              <a:buChar char="-"/>
              <a:defRPr sz="1200">
                <a:solidFill>
                  <a:schemeClr val="tx1"/>
                </a:solidFill>
                <a:latin typeface="+mn-lt"/>
                <a:ea typeface="+mn-ea"/>
              </a:defRPr>
            </a:lvl2pPr>
            <a:lvl3pPr marL="928688" indent="-185738">
              <a:buSzPct val="90000"/>
              <a:buFont typeface="맑은 고딕" panose="020B0503020000020004" pitchFamily="50" charset="-127"/>
              <a:buChar char="■"/>
              <a:defRPr sz="1056"/>
            </a:lvl3pPr>
            <a:lvl4pPr marL="1300163" indent="-185738">
              <a:buSzPct val="90000"/>
              <a:buFont typeface="맑은 고딕" panose="020B0503020000020004" pitchFamily="50" charset="-127"/>
              <a:buChar char="■"/>
              <a:defRPr sz="1056"/>
            </a:lvl4pPr>
            <a:lvl5pPr marL="1671638" indent="-185738">
              <a:buSzPct val="90000"/>
              <a:buFont typeface="맑은 고딕" panose="020B0503020000020004" pitchFamily="50" charset="-127"/>
              <a:buChar char="■"/>
              <a:defRPr sz="1056"/>
            </a:lvl5pPr>
          </a:lstStyle>
          <a:p>
            <a:pPr lvl="0"/>
            <a:r>
              <a:rPr lang="ko-KR" altLang="en-US" dirty="0"/>
              <a:t>마스터 텍스트 스타일 편집</a:t>
            </a:r>
          </a:p>
          <a:p>
            <a:pPr lvl="1"/>
            <a:r>
              <a:rPr lang="ko-KR" altLang="en-US" dirty="0"/>
              <a:t>둘째 수준</a:t>
            </a:r>
          </a:p>
        </p:txBody>
      </p:sp>
      <p:sp>
        <p:nvSpPr>
          <p:cNvPr id="4" name="슬라이드 번호 개체 틀 5">
            <a:extLst>
              <a:ext uri="{FF2B5EF4-FFF2-40B4-BE49-F238E27FC236}">
                <a16:creationId xmlns:a16="http://schemas.microsoft.com/office/drawing/2014/main" id="{FC830045-0C46-42DB-8E1C-DEA496C669E4}"/>
              </a:ext>
            </a:extLst>
          </p:cNvPr>
          <p:cNvSpPr>
            <a:spLocks noGrp="1"/>
          </p:cNvSpPr>
          <p:nvPr>
            <p:ph type="sldNum" sz="quarter" idx="4"/>
          </p:nvPr>
        </p:nvSpPr>
        <p:spPr>
          <a:xfrm>
            <a:off x="5946120" y="6683199"/>
            <a:ext cx="299762" cy="138499"/>
          </a:xfrm>
          <a:prstGeom prst="rect">
            <a:avLst/>
          </a:prstGeom>
        </p:spPr>
        <p:txBody>
          <a:bodyPr wrap="none" lIns="0" tIns="0" rIns="0" bIns="0">
            <a:spAutoFit/>
          </a:bodyPr>
          <a:lstStyle>
            <a:lvl1pPr algn="ctr">
              <a:defRPr sz="900" baseline="0">
                <a:latin typeface="+mn-lt"/>
                <a:ea typeface="+mn-ea"/>
              </a:defRPr>
            </a:lvl1pPr>
          </a:lstStyle>
          <a:p>
            <a:pPr fontAlgn="base">
              <a:spcBef>
                <a:spcPct val="0"/>
              </a:spcBef>
              <a:spcAft>
                <a:spcPct val="0"/>
              </a:spcAft>
            </a:pPr>
            <a:fld id="{3BA00A7E-A86D-414A-A993-3B097F195F87}" type="slidenum">
              <a:rPr kumimoji="1" lang="ko-KR" altLang="en-US" smtClean="0">
                <a:solidFill>
                  <a:prstClr val="black"/>
                </a:solidFill>
              </a:rPr>
              <a:pPr fontAlgn="base">
                <a:spcBef>
                  <a:spcPct val="0"/>
                </a:spcBef>
                <a:spcAft>
                  <a:spcPct val="0"/>
                </a:spcAft>
              </a:pPr>
              <a:t>‹#›</a:t>
            </a:fld>
            <a:r>
              <a:rPr kumimoji="1" lang="ko-KR" altLang="en-US">
                <a:solidFill>
                  <a:prstClr val="black"/>
                </a:solidFill>
              </a:rPr>
              <a:t> </a:t>
            </a:r>
            <a:r>
              <a:rPr kumimoji="1" lang="en-US" altLang="ko-KR" dirty="0">
                <a:solidFill>
                  <a:prstClr val="black"/>
                </a:solidFill>
              </a:rPr>
              <a:t>/ 23</a:t>
            </a:r>
            <a:endParaRPr kumimoji="1" lang="ko-KR" altLang="en-US" dirty="0">
              <a:solidFill>
                <a:prstClr val="black"/>
              </a:solidFill>
            </a:endParaRPr>
          </a:p>
        </p:txBody>
      </p:sp>
    </p:spTree>
    <p:extLst>
      <p:ext uri="{BB962C8B-B14F-4D97-AF65-F5344CB8AC3E}">
        <p14:creationId xmlns:p14="http://schemas.microsoft.com/office/powerpoint/2010/main" val="261269799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1_내용">
    <p:spTree>
      <p:nvGrpSpPr>
        <p:cNvPr id="1" name=""/>
        <p:cNvGrpSpPr/>
        <p:nvPr/>
      </p:nvGrpSpPr>
      <p:grpSpPr>
        <a:xfrm>
          <a:off x="0" y="0"/>
          <a:ext cx="0" cy="0"/>
          <a:chOff x="0" y="0"/>
          <a:chExt cx="0" cy="0"/>
        </a:xfrm>
      </p:grpSpPr>
      <p:sp>
        <p:nvSpPr>
          <p:cNvPr id="2" name="제목 1"/>
          <p:cNvSpPr>
            <a:spLocks noGrp="1"/>
          </p:cNvSpPr>
          <p:nvPr>
            <p:ph type="title"/>
          </p:nvPr>
        </p:nvSpPr>
        <p:spPr>
          <a:xfrm>
            <a:off x="246741" y="215062"/>
            <a:ext cx="2056653" cy="261610"/>
          </a:xfrm>
          <a:prstGeom prst="rect">
            <a:avLst/>
          </a:prstGeom>
        </p:spPr>
        <p:txBody>
          <a:bodyPr wrap="none" lIns="0" tIns="0" rIns="0" bIns="0">
            <a:spAutoFit/>
          </a:bodyPr>
          <a:lstStyle>
            <a:lvl1pPr algn="l">
              <a:defRPr sz="1700" b="1" baseline="0">
                <a:latin typeface="Arial Narrow" pitchFamily="34" charset="0"/>
                <a:ea typeface="LG스마트체 Regular" pitchFamily="50" charset="-127"/>
              </a:defRPr>
            </a:lvl1pPr>
          </a:lstStyle>
          <a:p>
            <a:r>
              <a:rPr lang="ko-KR" altLang="en-US" dirty="0"/>
              <a:t>마스터 제목 스타일 편집</a:t>
            </a:r>
          </a:p>
        </p:txBody>
      </p:sp>
      <p:sp>
        <p:nvSpPr>
          <p:cNvPr id="3" name="내용 개체 틀 2"/>
          <p:cNvSpPr>
            <a:spLocks noGrp="1"/>
          </p:cNvSpPr>
          <p:nvPr>
            <p:ph idx="1"/>
          </p:nvPr>
        </p:nvSpPr>
        <p:spPr>
          <a:xfrm>
            <a:off x="9552450" y="261228"/>
            <a:ext cx="2481449" cy="215444"/>
          </a:xfrm>
          <a:prstGeom prst="rect">
            <a:avLst/>
          </a:prstGeom>
        </p:spPr>
        <p:txBody>
          <a:bodyPr wrap="none" lIns="0" tIns="0" rIns="0" bIns="0" anchor="b" anchorCtr="0">
            <a:spAutoFit/>
          </a:bodyPr>
          <a:lstStyle>
            <a:lvl1pPr marL="0" indent="0" algn="r">
              <a:buNone/>
              <a:defRPr sz="1400" b="1" baseline="0">
                <a:latin typeface="Arial Narrow" pitchFamily="34" charset="0"/>
                <a:ea typeface="LG스마트체 Regular" pitchFamily="50" charset="-127"/>
              </a:defRPr>
            </a:lvl1pPr>
            <a:lvl2pPr>
              <a:defRPr baseline="0">
                <a:latin typeface="+mn-lt"/>
                <a:ea typeface="+mn-ea"/>
              </a:defRPr>
            </a:lvl2pPr>
            <a:lvl3pPr>
              <a:defRPr baseline="0">
                <a:latin typeface="+mn-lt"/>
                <a:ea typeface="+mn-ea"/>
              </a:defRPr>
            </a:lvl3pPr>
            <a:lvl4pPr>
              <a:defRPr baseline="0">
                <a:latin typeface="+mn-lt"/>
                <a:ea typeface="+mn-ea"/>
              </a:defRPr>
            </a:lvl4pPr>
            <a:lvl5pPr>
              <a:defRPr baseline="0">
                <a:latin typeface="+mn-lt"/>
                <a:ea typeface="+mn-ea"/>
              </a:defRPr>
            </a:lvl5pPr>
          </a:lstStyle>
          <a:p>
            <a:pPr lvl="0"/>
            <a:r>
              <a:rPr lang="ko-KR" altLang="en-US"/>
              <a:t>마스터 텍스트 스타일을 편집합니다</a:t>
            </a:r>
          </a:p>
        </p:txBody>
      </p:sp>
      <p:sp>
        <p:nvSpPr>
          <p:cNvPr id="9" name="Line 39"/>
          <p:cNvSpPr>
            <a:spLocks noChangeShapeType="1"/>
          </p:cNvSpPr>
          <p:nvPr/>
        </p:nvSpPr>
        <p:spPr bwMode="auto">
          <a:xfrm>
            <a:off x="1" y="587375"/>
            <a:ext cx="12192000" cy="0"/>
          </a:xfrm>
          <a:prstGeom prst="line">
            <a:avLst/>
          </a:prstGeom>
          <a:noFill/>
          <a:ln w="9525">
            <a:solidFill>
              <a:srgbClr val="000000"/>
            </a:solidFill>
            <a:round/>
            <a:headEnd/>
            <a:tailEnd/>
          </a:ln>
          <a:effectLst/>
        </p:spPr>
        <p:txBody>
          <a:bodyPr lIns="91405" tIns="45703" rIns="91405" bIns="45703"/>
          <a:lstStyle/>
          <a:p>
            <a:pPr>
              <a:defRPr/>
            </a:pPr>
            <a:endParaRPr lang="ko-KR" altLang="en-US" dirty="0">
              <a:solidFill>
                <a:prstClr val="black"/>
              </a:solidFill>
              <a:latin typeface="Arial"/>
            </a:endParaRPr>
          </a:p>
        </p:txBody>
      </p:sp>
    </p:spTree>
    <p:extLst>
      <p:ext uri="{BB962C8B-B14F-4D97-AF65-F5344CB8AC3E}">
        <p14:creationId xmlns:p14="http://schemas.microsoft.com/office/powerpoint/2010/main" val="354583739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2_내용">
    <p:spTree>
      <p:nvGrpSpPr>
        <p:cNvPr id="1" name=""/>
        <p:cNvGrpSpPr/>
        <p:nvPr/>
      </p:nvGrpSpPr>
      <p:grpSpPr>
        <a:xfrm>
          <a:off x="0" y="0"/>
          <a:ext cx="0" cy="0"/>
          <a:chOff x="0" y="0"/>
          <a:chExt cx="0" cy="0"/>
        </a:xfrm>
      </p:grpSpPr>
      <p:sp>
        <p:nvSpPr>
          <p:cNvPr id="2" name="제목 1"/>
          <p:cNvSpPr>
            <a:spLocks noGrp="1"/>
          </p:cNvSpPr>
          <p:nvPr>
            <p:ph type="title"/>
          </p:nvPr>
        </p:nvSpPr>
        <p:spPr>
          <a:xfrm>
            <a:off x="246741" y="215062"/>
            <a:ext cx="2056653" cy="261610"/>
          </a:xfrm>
          <a:prstGeom prst="rect">
            <a:avLst/>
          </a:prstGeom>
        </p:spPr>
        <p:txBody>
          <a:bodyPr wrap="none" lIns="0" tIns="0" rIns="0" bIns="0">
            <a:spAutoFit/>
          </a:bodyPr>
          <a:lstStyle>
            <a:lvl1pPr algn="l">
              <a:defRPr sz="1700" b="1" baseline="0">
                <a:latin typeface="Arial Narrow" pitchFamily="34" charset="0"/>
                <a:ea typeface="LG스마트체 Regular" pitchFamily="50" charset="-127"/>
              </a:defRPr>
            </a:lvl1pPr>
          </a:lstStyle>
          <a:p>
            <a:r>
              <a:rPr lang="ko-KR" altLang="en-US" dirty="0"/>
              <a:t>마스터 제목 스타일 편집</a:t>
            </a:r>
          </a:p>
        </p:txBody>
      </p:sp>
      <p:sp>
        <p:nvSpPr>
          <p:cNvPr id="3" name="내용 개체 틀 2"/>
          <p:cNvSpPr>
            <a:spLocks noGrp="1"/>
          </p:cNvSpPr>
          <p:nvPr>
            <p:ph idx="1"/>
          </p:nvPr>
        </p:nvSpPr>
        <p:spPr>
          <a:xfrm>
            <a:off x="9552450" y="261228"/>
            <a:ext cx="2481449" cy="215444"/>
          </a:xfrm>
          <a:prstGeom prst="rect">
            <a:avLst/>
          </a:prstGeom>
        </p:spPr>
        <p:txBody>
          <a:bodyPr wrap="none" lIns="0" tIns="0" rIns="0" bIns="0" anchor="b" anchorCtr="0">
            <a:spAutoFit/>
          </a:bodyPr>
          <a:lstStyle>
            <a:lvl1pPr marL="0" indent="0" algn="r">
              <a:buNone/>
              <a:defRPr sz="1400" b="1" baseline="0">
                <a:latin typeface="Arial Narrow" pitchFamily="34" charset="0"/>
                <a:ea typeface="LG스마트체 Regular" pitchFamily="50" charset="-127"/>
              </a:defRPr>
            </a:lvl1pPr>
            <a:lvl2pPr>
              <a:defRPr baseline="0">
                <a:latin typeface="+mn-lt"/>
                <a:ea typeface="+mn-ea"/>
              </a:defRPr>
            </a:lvl2pPr>
            <a:lvl3pPr>
              <a:defRPr baseline="0">
                <a:latin typeface="+mn-lt"/>
                <a:ea typeface="+mn-ea"/>
              </a:defRPr>
            </a:lvl3pPr>
            <a:lvl4pPr>
              <a:defRPr baseline="0">
                <a:latin typeface="+mn-lt"/>
                <a:ea typeface="+mn-ea"/>
              </a:defRPr>
            </a:lvl4pPr>
            <a:lvl5pPr>
              <a:defRPr baseline="0">
                <a:latin typeface="+mn-lt"/>
                <a:ea typeface="+mn-ea"/>
              </a:defRPr>
            </a:lvl5pPr>
          </a:lstStyle>
          <a:p>
            <a:pPr lvl="0"/>
            <a:r>
              <a:rPr lang="ko-KR" altLang="en-US"/>
              <a:t>마스터 텍스트 스타일을 편집합니다</a:t>
            </a:r>
          </a:p>
        </p:txBody>
      </p:sp>
      <p:sp>
        <p:nvSpPr>
          <p:cNvPr id="9" name="Line 39"/>
          <p:cNvSpPr>
            <a:spLocks noChangeShapeType="1"/>
          </p:cNvSpPr>
          <p:nvPr/>
        </p:nvSpPr>
        <p:spPr bwMode="auto">
          <a:xfrm>
            <a:off x="1" y="587375"/>
            <a:ext cx="12192000" cy="0"/>
          </a:xfrm>
          <a:prstGeom prst="line">
            <a:avLst/>
          </a:prstGeom>
          <a:noFill/>
          <a:ln w="9525">
            <a:solidFill>
              <a:srgbClr val="000000"/>
            </a:solidFill>
            <a:round/>
            <a:headEnd/>
            <a:tailEnd/>
          </a:ln>
          <a:effectLst/>
        </p:spPr>
        <p:txBody>
          <a:bodyPr lIns="91405" tIns="45703" rIns="91405" bIns="45703"/>
          <a:lstStyle/>
          <a:p>
            <a:pPr>
              <a:defRPr/>
            </a:pPr>
            <a:endParaRPr lang="ko-KR" altLang="en-US" dirty="0">
              <a:solidFill>
                <a:prstClr val="black"/>
              </a:solidFill>
              <a:latin typeface="Arial"/>
            </a:endParaRPr>
          </a:p>
        </p:txBody>
      </p:sp>
    </p:spTree>
    <p:extLst>
      <p:ext uri="{BB962C8B-B14F-4D97-AF65-F5344CB8AC3E}">
        <p14:creationId xmlns:p14="http://schemas.microsoft.com/office/powerpoint/2010/main" val="49858190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8" name="내용 개체 틀 2"/>
          <p:cNvSpPr>
            <a:spLocks noGrp="1"/>
          </p:cNvSpPr>
          <p:nvPr>
            <p:ph idx="1"/>
          </p:nvPr>
        </p:nvSpPr>
        <p:spPr>
          <a:xfrm>
            <a:off x="9379325" y="245840"/>
            <a:ext cx="2654573" cy="230832"/>
          </a:xfrm>
          <a:prstGeom prst="rect">
            <a:avLst/>
          </a:prstGeom>
        </p:spPr>
        <p:txBody>
          <a:bodyPr wrap="none" lIns="0" tIns="0" rIns="0" bIns="0">
            <a:spAutoFit/>
          </a:bodyPr>
          <a:lstStyle>
            <a:lvl1pPr marL="0" indent="0" algn="r">
              <a:buNone/>
              <a:defRPr sz="1500" b="1" baseline="0">
                <a:solidFill>
                  <a:schemeClr val="tx1">
                    <a:lumMod val="50000"/>
                    <a:lumOff val="50000"/>
                  </a:schemeClr>
                </a:solidFill>
                <a:latin typeface="Arial Narrow" pitchFamily="34" charset="0"/>
                <a:ea typeface="LG스마트체 Regular" pitchFamily="50" charset="-127"/>
              </a:defRPr>
            </a:lvl1pPr>
            <a:lvl2pPr>
              <a:defRPr baseline="0">
                <a:latin typeface="+mn-lt"/>
                <a:ea typeface="+mn-ea"/>
              </a:defRPr>
            </a:lvl2pPr>
            <a:lvl3pPr>
              <a:defRPr baseline="0">
                <a:latin typeface="+mn-lt"/>
                <a:ea typeface="+mn-ea"/>
              </a:defRPr>
            </a:lvl3pPr>
            <a:lvl4pPr>
              <a:defRPr baseline="0">
                <a:latin typeface="+mn-lt"/>
                <a:ea typeface="+mn-ea"/>
              </a:defRPr>
            </a:lvl4pPr>
            <a:lvl5pPr>
              <a:defRPr baseline="0">
                <a:latin typeface="+mn-lt"/>
                <a:ea typeface="+mn-ea"/>
              </a:defRPr>
            </a:lvl5pPr>
          </a:lstStyle>
          <a:p>
            <a:pPr lvl="0"/>
            <a:r>
              <a:rPr lang="ko-KR" altLang="en-US" dirty="0"/>
              <a:t>마스터 텍스트 스타일을 편집합니다</a:t>
            </a:r>
          </a:p>
        </p:txBody>
      </p:sp>
      <p:sp>
        <p:nvSpPr>
          <p:cNvPr id="9" name="제목 1"/>
          <p:cNvSpPr>
            <a:spLocks noGrp="1"/>
          </p:cNvSpPr>
          <p:nvPr>
            <p:ph type="title" hasCustomPrompt="1"/>
          </p:nvPr>
        </p:nvSpPr>
        <p:spPr>
          <a:xfrm>
            <a:off x="246736" y="215062"/>
            <a:ext cx="2537554" cy="261610"/>
          </a:xfrm>
          <a:prstGeom prst="rect">
            <a:avLst/>
          </a:prstGeom>
        </p:spPr>
        <p:txBody>
          <a:bodyPr wrap="none" lIns="0" tIns="0" rIns="0" bIns="0">
            <a:spAutoFit/>
          </a:bodyPr>
          <a:lstStyle>
            <a:lvl1pPr algn="l">
              <a:defRPr sz="1700" b="1" baseline="0">
                <a:solidFill>
                  <a:schemeClr val="tx1"/>
                </a:solidFill>
                <a:latin typeface="Arial Narrow" pitchFamily="34" charset="0"/>
                <a:ea typeface="LG스마트체 Regular" pitchFamily="50" charset="-127"/>
              </a:defRPr>
            </a:lvl1pPr>
          </a:lstStyle>
          <a:p>
            <a:r>
              <a:rPr lang="ko-KR" altLang="en-US" dirty="0"/>
              <a:t>유첨</a:t>
            </a:r>
            <a:r>
              <a:rPr lang="en-US" altLang="ko-KR" dirty="0"/>
              <a:t>. </a:t>
            </a:r>
            <a:r>
              <a:rPr lang="ko-KR" altLang="en-US" dirty="0"/>
              <a:t>마스터 제목 스타일 편집</a:t>
            </a:r>
          </a:p>
        </p:txBody>
      </p:sp>
      <p:sp>
        <p:nvSpPr>
          <p:cNvPr id="10" name="Line 34"/>
          <p:cNvSpPr>
            <a:spLocks noChangeShapeType="1"/>
          </p:cNvSpPr>
          <p:nvPr userDrawn="1"/>
        </p:nvSpPr>
        <p:spPr bwMode="auto">
          <a:xfrm>
            <a:off x="244243" y="203928"/>
            <a:ext cx="4428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dirty="0">
              <a:solidFill>
                <a:prstClr val="black"/>
              </a:solidFill>
              <a:latin typeface="Arial"/>
            </a:endParaRPr>
          </a:p>
        </p:txBody>
      </p:sp>
      <p:sp>
        <p:nvSpPr>
          <p:cNvPr id="11" name="Line 34"/>
          <p:cNvSpPr>
            <a:spLocks noChangeShapeType="1"/>
          </p:cNvSpPr>
          <p:nvPr userDrawn="1"/>
        </p:nvSpPr>
        <p:spPr bwMode="auto">
          <a:xfrm>
            <a:off x="244243" y="480110"/>
            <a:ext cx="4428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dirty="0">
              <a:solidFill>
                <a:prstClr val="black"/>
              </a:solidFill>
              <a:latin typeface="Arial"/>
            </a:endParaRPr>
          </a:p>
        </p:txBody>
      </p:sp>
    </p:spTree>
    <p:extLst>
      <p:ext uri="{BB962C8B-B14F-4D97-AF65-F5344CB8AC3E}">
        <p14:creationId xmlns:p14="http://schemas.microsoft.com/office/powerpoint/2010/main" val="32887835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사용자 지정 레이아웃">
    <p:spTree>
      <p:nvGrpSpPr>
        <p:cNvPr id="1" name=""/>
        <p:cNvGrpSpPr/>
        <p:nvPr/>
      </p:nvGrpSpPr>
      <p:grpSpPr>
        <a:xfrm>
          <a:off x="0" y="0"/>
          <a:ext cx="0" cy="0"/>
          <a:chOff x="0" y="0"/>
          <a:chExt cx="0" cy="0"/>
        </a:xfrm>
      </p:grpSpPr>
      <p:sp>
        <p:nvSpPr>
          <p:cNvPr id="8" name="내용 개체 틀 2"/>
          <p:cNvSpPr>
            <a:spLocks noGrp="1"/>
          </p:cNvSpPr>
          <p:nvPr>
            <p:ph idx="1"/>
          </p:nvPr>
        </p:nvSpPr>
        <p:spPr>
          <a:xfrm>
            <a:off x="9379325" y="245840"/>
            <a:ext cx="2654573" cy="230832"/>
          </a:xfrm>
          <a:prstGeom prst="rect">
            <a:avLst/>
          </a:prstGeom>
        </p:spPr>
        <p:txBody>
          <a:bodyPr wrap="none" lIns="0" tIns="0" rIns="0" bIns="0">
            <a:spAutoFit/>
          </a:bodyPr>
          <a:lstStyle>
            <a:lvl1pPr marL="0" indent="0" algn="r">
              <a:buNone/>
              <a:defRPr sz="1500" b="1" baseline="0">
                <a:solidFill>
                  <a:schemeClr val="tx1">
                    <a:lumMod val="50000"/>
                    <a:lumOff val="50000"/>
                  </a:schemeClr>
                </a:solidFill>
                <a:latin typeface="Arial Narrow" pitchFamily="34" charset="0"/>
                <a:ea typeface="LG스마트체 Regular" pitchFamily="50" charset="-127"/>
              </a:defRPr>
            </a:lvl1pPr>
            <a:lvl2pPr>
              <a:defRPr baseline="0">
                <a:latin typeface="+mn-lt"/>
                <a:ea typeface="+mn-ea"/>
              </a:defRPr>
            </a:lvl2pPr>
            <a:lvl3pPr>
              <a:defRPr baseline="0">
                <a:latin typeface="+mn-lt"/>
                <a:ea typeface="+mn-ea"/>
              </a:defRPr>
            </a:lvl3pPr>
            <a:lvl4pPr>
              <a:defRPr baseline="0">
                <a:latin typeface="+mn-lt"/>
                <a:ea typeface="+mn-ea"/>
              </a:defRPr>
            </a:lvl4pPr>
            <a:lvl5pPr>
              <a:defRPr baseline="0">
                <a:latin typeface="+mn-lt"/>
                <a:ea typeface="+mn-ea"/>
              </a:defRPr>
            </a:lvl5pPr>
          </a:lstStyle>
          <a:p>
            <a:pPr lvl="0"/>
            <a:r>
              <a:rPr lang="ko-KR" altLang="en-US" dirty="0"/>
              <a:t>마스터 텍스트 스타일을 편집합니다</a:t>
            </a:r>
          </a:p>
        </p:txBody>
      </p:sp>
      <p:sp>
        <p:nvSpPr>
          <p:cNvPr id="9" name="제목 1"/>
          <p:cNvSpPr>
            <a:spLocks noGrp="1"/>
          </p:cNvSpPr>
          <p:nvPr>
            <p:ph type="title" hasCustomPrompt="1"/>
          </p:nvPr>
        </p:nvSpPr>
        <p:spPr>
          <a:xfrm>
            <a:off x="246736" y="215062"/>
            <a:ext cx="2537554" cy="261610"/>
          </a:xfrm>
          <a:prstGeom prst="rect">
            <a:avLst/>
          </a:prstGeom>
        </p:spPr>
        <p:txBody>
          <a:bodyPr wrap="none" lIns="0" tIns="0" rIns="0" bIns="0">
            <a:spAutoFit/>
          </a:bodyPr>
          <a:lstStyle>
            <a:lvl1pPr algn="l">
              <a:defRPr sz="1700" b="1" baseline="0">
                <a:solidFill>
                  <a:schemeClr val="tx1"/>
                </a:solidFill>
                <a:latin typeface="Arial Narrow" pitchFamily="34" charset="0"/>
                <a:ea typeface="LG스마트체 Regular" pitchFamily="50" charset="-127"/>
              </a:defRPr>
            </a:lvl1pPr>
          </a:lstStyle>
          <a:p>
            <a:r>
              <a:rPr lang="ko-KR" altLang="en-US" dirty="0"/>
              <a:t>유첨</a:t>
            </a:r>
            <a:r>
              <a:rPr lang="en-US" altLang="ko-KR" dirty="0"/>
              <a:t>. </a:t>
            </a:r>
            <a:r>
              <a:rPr lang="ko-KR" altLang="en-US" dirty="0"/>
              <a:t>마스터 제목 스타일 편집</a:t>
            </a:r>
          </a:p>
        </p:txBody>
      </p:sp>
      <p:sp>
        <p:nvSpPr>
          <p:cNvPr id="10" name="Line 34"/>
          <p:cNvSpPr>
            <a:spLocks noChangeShapeType="1"/>
          </p:cNvSpPr>
          <p:nvPr userDrawn="1"/>
        </p:nvSpPr>
        <p:spPr bwMode="auto">
          <a:xfrm>
            <a:off x="244243" y="203928"/>
            <a:ext cx="4428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dirty="0">
              <a:solidFill>
                <a:prstClr val="black"/>
              </a:solidFill>
              <a:latin typeface="Arial"/>
            </a:endParaRPr>
          </a:p>
        </p:txBody>
      </p:sp>
      <p:sp>
        <p:nvSpPr>
          <p:cNvPr id="11" name="Line 34"/>
          <p:cNvSpPr>
            <a:spLocks noChangeShapeType="1"/>
          </p:cNvSpPr>
          <p:nvPr userDrawn="1"/>
        </p:nvSpPr>
        <p:spPr bwMode="auto">
          <a:xfrm>
            <a:off x="244243" y="480110"/>
            <a:ext cx="4428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dirty="0">
              <a:solidFill>
                <a:prstClr val="black"/>
              </a:solidFill>
              <a:latin typeface="Arial"/>
            </a:endParaRPr>
          </a:p>
        </p:txBody>
      </p:sp>
    </p:spTree>
    <p:extLst>
      <p:ext uri="{BB962C8B-B14F-4D97-AF65-F5344CB8AC3E}">
        <p14:creationId xmlns:p14="http://schemas.microsoft.com/office/powerpoint/2010/main" val="284725326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cSld name="제목 슬라이드">
    <p:spTree>
      <p:nvGrpSpPr>
        <p:cNvPr id="1" name=""/>
        <p:cNvGrpSpPr/>
        <p:nvPr/>
      </p:nvGrpSpPr>
      <p:grpSpPr>
        <a:xfrm>
          <a:off x="0" y="0"/>
          <a:ext cx="0" cy="0"/>
          <a:chOff x="0" y="0"/>
          <a:chExt cx="0" cy="0"/>
        </a:xfrm>
      </p:grpSpPr>
      <p:graphicFrame>
        <p:nvGraphicFramePr>
          <p:cNvPr id="4" name="Object 1" hidden="1"/>
          <p:cNvGraphicFramePr>
            <a:graphicFrameLocks noChangeAspect="1"/>
          </p:cNvGraphicFramePr>
          <p:nvPr userDrawn="1">
            <p:custDataLst>
              <p:tags r:id="rId1"/>
            </p:custDataLst>
          </p:nvPr>
        </p:nvGraphicFramePr>
        <p:xfrm>
          <a:off x="1956" y="1592"/>
          <a:ext cx="1953"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4"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6" y="1592"/>
                        <a:ext cx="1953"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5" name="Object 7" hidden="1"/>
          <p:cNvGraphicFramePr>
            <a:graphicFrameLocks noChangeAspect="1"/>
          </p:cNvGraphicFramePr>
          <p:nvPr userDrawn="1">
            <p:custDataLst>
              <p:tags r:id="rId2"/>
            </p:custDataLst>
          </p:nvPr>
        </p:nvGraphicFramePr>
        <p:xfrm>
          <a:off x="1956" y="1592"/>
          <a:ext cx="1953" cy="1587"/>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5" name="Object 7"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6" y="1592"/>
                        <a:ext cx="1953" cy="1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 name="제목 1"/>
          <p:cNvSpPr>
            <a:spLocks noGrp="1"/>
          </p:cNvSpPr>
          <p:nvPr>
            <p:ph type="ctrTitle"/>
          </p:nvPr>
        </p:nvSpPr>
        <p:spPr>
          <a:xfrm>
            <a:off x="914401" y="2130430"/>
            <a:ext cx="10363200" cy="1470025"/>
          </a:xfrm>
          <a:prstGeom prst="rect">
            <a:avLst/>
          </a:prstGeom>
        </p:spPr>
        <p:txBody>
          <a:bodyPr/>
          <a:lstStyle>
            <a:lvl1pPr>
              <a:defRPr/>
            </a:lvl1pPr>
          </a:lstStyle>
          <a:p>
            <a:r>
              <a:rPr lang="ko-KR" altLang="en-US"/>
              <a:t>마스터 제목 스타일 편집</a:t>
            </a:r>
          </a:p>
        </p:txBody>
      </p:sp>
      <p:sp>
        <p:nvSpPr>
          <p:cNvPr id="3" name="부제목 2"/>
          <p:cNvSpPr>
            <a:spLocks noGrp="1"/>
          </p:cNvSpPr>
          <p:nvPr>
            <p:ph type="subTitle" idx="1"/>
          </p:nvPr>
        </p:nvSpPr>
        <p:spPr>
          <a:xfrm>
            <a:off x="1828800" y="3886200"/>
            <a:ext cx="8534401"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a:t>마스터 부제목 스타일 편집</a:t>
            </a:r>
          </a:p>
        </p:txBody>
      </p:sp>
      <p:sp>
        <p:nvSpPr>
          <p:cNvPr id="6" name="Rectangle 4"/>
          <p:cNvSpPr>
            <a:spLocks noGrp="1" noChangeArrowheads="1"/>
          </p:cNvSpPr>
          <p:nvPr>
            <p:ph type="dt" sz="half" idx="10"/>
          </p:nvPr>
        </p:nvSpPr>
        <p:spPr>
          <a:xfrm>
            <a:off x="914401" y="6248400"/>
            <a:ext cx="2540000" cy="457200"/>
          </a:xfrm>
          <a:prstGeom prst="rect">
            <a:avLst/>
          </a:prstGeom>
        </p:spPr>
        <p:txBody>
          <a:bodyPr/>
          <a:lstStyle>
            <a:lvl1pPr>
              <a:defRPr/>
            </a:lvl1pPr>
          </a:lstStyle>
          <a:p>
            <a:pPr fontAlgn="base">
              <a:spcBef>
                <a:spcPct val="0"/>
              </a:spcBef>
              <a:spcAft>
                <a:spcPct val="0"/>
              </a:spcAft>
              <a:defRPr/>
            </a:pPr>
            <a:endParaRPr kumimoji="1" lang="en-US" altLang="ko-KR" sz="1200" dirty="0">
              <a:solidFill>
                <a:srgbClr val="000000"/>
              </a:solidFill>
              <a:latin typeface="Arial" charset="0"/>
              <a:ea typeface="돋움" pitchFamily="50" charset="-127"/>
            </a:endParaRPr>
          </a:p>
        </p:txBody>
      </p:sp>
      <p:sp>
        <p:nvSpPr>
          <p:cNvPr id="7" name="Rectangle 5"/>
          <p:cNvSpPr>
            <a:spLocks noGrp="1" noChangeArrowheads="1"/>
          </p:cNvSpPr>
          <p:nvPr>
            <p:ph type="ftr" sz="quarter" idx="11"/>
          </p:nvPr>
        </p:nvSpPr>
        <p:spPr>
          <a:xfrm>
            <a:off x="4165601" y="6248400"/>
            <a:ext cx="3860800" cy="457200"/>
          </a:xfrm>
          <a:prstGeom prst="rect">
            <a:avLst/>
          </a:prstGeom>
        </p:spPr>
        <p:txBody>
          <a:bodyPr/>
          <a:lstStyle>
            <a:lvl1pPr>
              <a:defRPr/>
            </a:lvl1pPr>
          </a:lstStyle>
          <a:p>
            <a:pPr fontAlgn="base">
              <a:spcBef>
                <a:spcPct val="0"/>
              </a:spcBef>
              <a:spcAft>
                <a:spcPct val="0"/>
              </a:spcAft>
              <a:defRPr/>
            </a:pPr>
            <a:endParaRPr kumimoji="1" lang="en-US" altLang="ko-KR" sz="1200" dirty="0">
              <a:solidFill>
                <a:srgbClr val="000000"/>
              </a:solidFill>
              <a:latin typeface="Arial" charset="0"/>
              <a:ea typeface="돋움" pitchFamily="50" charset="-127"/>
            </a:endParaRPr>
          </a:p>
        </p:txBody>
      </p:sp>
      <p:sp>
        <p:nvSpPr>
          <p:cNvPr id="8"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base">
              <a:spcBef>
                <a:spcPct val="0"/>
              </a:spcBef>
              <a:spcAft>
                <a:spcPct val="0"/>
              </a:spcAft>
              <a:defRPr/>
            </a:pPr>
            <a:fld id="{282266E0-FAD2-43BF-ADDF-BC6075DCA7E2}" type="slidenum">
              <a:rPr kumimoji="1" lang="en-US" altLang="ko-KR" sz="1200">
                <a:solidFill>
                  <a:srgbClr val="000000"/>
                </a:solidFill>
                <a:latin typeface="Arial" charset="0"/>
                <a:ea typeface="돋움" pitchFamily="50" charset="-127"/>
              </a:rPr>
              <a:pPr fontAlgn="base">
                <a:spcBef>
                  <a:spcPct val="0"/>
                </a:spcBef>
                <a:spcAft>
                  <a:spcPct val="0"/>
                </a:spcAft>
                <a:defRPr/>
              </a:pPr>
              <a:t>‹#›</a:t>
            </a:fld>
            <a:endParaRPr kumimoji="1" lang="en-US" altLang="ko-KR" sz="1200" dirty="0">
              <a:solidFill>
                <a:srgbClr val="000000"/>
              </a:solidFill>
              <a:latin typeface="Arial" charset="0"/>
              <a:ea typeface="돋움" pitchFamily="50" charset="-127"/>
            </a:endParaRPr>
          </a:p>
        </p:txBody>
      </p:sp>
      <p:sp>
        <p:nvSpPr>
          <p:cNvPr id="9" name="Line 39"/>
          <p:cNvSpPr>
            <a:spLocks noChangeShapeType="1"/>
          </p:cNvSpPr>
          <p:nvPr userDrawn="1"/>
        </p:nvSpPr>
        <p:spPr bwMode="auto">
          <a:xfrm>
            <a:off x="1" y="587375"/>
            <a:ext cx="12192000" cy="0"/>
          </a:xfrm>
          <a:prstGeom prst="line">
            <a:avLst/>
          </a:prstGeom>
          <a:noFill/>
          <a:ln w="9525">
            <a:solidFill>
              <a:srgbClr val="000000"/>
            </a:solidFill>
            <a:round/>
            <a:headEnd/>
            <a:tailEnd/>
          </a:ln>
          <a:effectLst/>
        </p:spPr>
        <p:txBody>
          <a:bodyPr lIns="91405" tIns="45703" rIns="91405" bIns="45703"/>
          <a:lstStyle/>
          <a:p>
            <a:pPr>
              <a:defRPr/>
            </a:pPr>
            <a:endParaRPr lang="ko-KR" altLang="en-US" dirty="0">
              <a:solidFill>
                <a:prstClr val="black"/>
              </a:solidFill>
              <a:latin typeface="Arial"/>
            </a:endParaRPr>
          </a:p>
        </p:txBody>
      </p:sp>
    </p:spTree>
    <p:extLst>
      <p:ext uri="{BB962C8B-B14F-4D97-AF65-F5344CB8AC3E}">
        <p14:creationId xmlns:p14="http://schemas.microsoft.com/office/powerpoint/2010/main" val="5806570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266481" y="142037"/>
            <a:ext cx="2178481" cy="276999"/>
          </a:xfrm>
          <a:prstGeom prst="rect">
            <a:avLst/>
          </a:prstGeom>
        </p:spPr>
        <p:txBody>
          <a:bodyPr wrap="none" lIns="0" tIns="0" rIns="0" bIns="0">
            <a:spAutoFit/>
          </a:bodyPr>
          <a:lstStyle>
            <a:lvl1pPr algn="l">
              <a:defRPr sz="1800" b="1">
                <a:latin typeface="+mn-lt"/>
                <a:ea typeface="+mn-ea"/>
              </a:defRPr>
            </a:lvl1pPr>
          </a:lstStyle>
          <a:p>
            <a:r>
              <a:rPr lang="ko-KR" altLang="en-US" dirty="0"/>
              <a:t>마스터 제목 스타일 편집</a:t>
            </a:r>
          </a:p>
        </p:txBody>
      </p:sp>
      <p:sp>
        <p:nvSpPr>
          <p:cNvPr id="3" name="텍스트 개체 틀 8">
            <a:extLst>
              <a:ext uri="{FF2B5EF4-FFF2-40B4-BE49-F238E27FC236}">
                <a16:creationId xmlns:a16="http://schemas.microsoft.com/office/drawing/2014/main" id="{C313F087-4195-4DC4-9834-A8C47FE3C66C}"/>
              </a:ext>
            </a:extLst>
          </p:cNvPr>
          <p:cNvSpPr>
            <a:spLocks noGrp="1"/>
          </p:cNvSpPr>
          <p:nvPr>
            <p:ph type="body" sz="quarter" idx="18"/>
          </p:nvPr>
        </p:nvSpPr>
        <p:spPr>
          <a:xfrm>
            <a:off x="344325" y="656083"/>
            <a:ext cx="11520000" cy="525785"/>
          </a:xfrm>
          <a:prstGeom prst="rect">
            <a:avLst/>
          </a:prstGeom>
        </p:spPr>
        <p:txBody>
          <a:bodyPr lIns="0" rIns="0">
            <a:spAutoFit/>
          </a:bodyPr>
          <a:lstStyle>
            <a:lvl1pPr marL="185738" indent="-185738" fontAlgn="base" latinLnBrk="0">
              <a:lnSpc>
                <a:spcPct val="100000"/>
              </a:lnSpc>
              <a:spcBef>
                <a:spcPts val="488"/>
              </a:spcBef>
              <a:buSzPct val="90000"/>
              <a:buFont typeface="맑은 고딕" panose="020B0503020000020004" pitchFamily="50" charset="-127"/>
              <a:buChar char="■"/>
              <a:defRPr sz="1200">
                <a:solidFill>
                  <a:schemeClr val="tx1"/>
                </a:solidFill>
                <a:latin typeface="+mn-lt"/>
                <a:ea typeface="+mn-ea"/>
              </a:defRPr>
            </a:lvl1pPr>
            <a:lvl2pPr marL="367606" indent="-152202" fontAlgn="base" latinLnBrk="0">
              <a:lnSpc>
                <a:spcPct val="100000"/>
              </a:lnSpc>
              <a:spcBef>
                <a:spcPts val="488"/>
              </a:spcBef>
              <a:buSzPct val="90000"/>
              <a:buFont typeface="맑은 고딕" panose="020B0503020000020004" pitchFamily="50" charset="-127"/>
              <a:buChar char="-"/>
              <a:defRPr sz="1200">
                <a:solidFill>
                  <a:schemeClr val="tx1"/>
                </a:solidFill>
                <a:latin typeface="+mn-lt"/>
                <a:ea typeface="+mn-ea"/>
              </a:defRPr>
            </a:lvl2pPr>
            <a:lvl3pPr marL="928688" indent="-185738">
              <a:buSzPct val="90000"/>
              <a:buFont typeface="맑은 고딕" panose="020B0503020000020004" pitchFamily="50" charset="-127"/>
              <a:buChar char="■"/>
              <a:defRPr sz="1056"/>
            </a:lvl3pPr>
            <a:lvl4pPr marL="1300163" indent="-185738">
              <a:buSzPct val="90000"/>
              <a:buFont typeface="맑은 고딕" panose="020B0503020000020004" pitchFamily="50" charset="-127"/>
              <a:buChar char="■"/>
              <a:defRPr sz="1056"/>
            </a:lvl4pPr>
            <a:lvl5pPr marL="1671638" indent="-185738">
              <a:buSzPct val="90000"/>
              <a:buFont typeface="맑은 고딕" panose="020B0503020000020004" pitchFamily="50" charset="-127"/>
              <a:buChar char="■"/>
              <a:defRPr sz="1056"/>
            </a:lvl5pPr>
          </a:lstStyle>
          <a:p>
            <a:pPr lvl="0"/>
            <a:r>
              <a:rPr lang="ko-KR" altLang="en-US" dirty="0"/>
              <a:t>마스터 텍스트 스타일 편집</a:t>
            </a:r>
          </a:p>
          <a:p>
            <a:pPr lvl="1"/>
            <a:r>
              <a:rPr lang="ko-KR" altLang="en-US" dirty="0"/>
              <a:t>둘째 수준</a:t>
            </a:r>
          </a:p>
        </p:txBody>
      </p:sp>
      <p:sp>
        <p:nvSpPr>
          <p:cNvPr id="4" name="슬라이드 번호 개체 틀 5">
            <a:extLst>
              <a:ext uri="{FF2B5EF4-FFF2-40B4-BE49-F238E27FC236}">
                <a16:creationId xmlns:a16="http://schemas.microsoft.com/office/drawing/2014/main" id="{FC830045-0C46-42DB-8E1C-DEA496C669E4}"/>
              </a:ext>
            </a:extLst>
          </p:cNvPr>
          <p:cNvSpPr>
            <a:spLocks noGrp="1"/>
          </p:cNvSpPr>
          <p:nvPr>
            <p:ph type="sldNum" sz="quarter" idx="4"/>
          </p:nvPr>
        </p:nvSpPr>
        <p:spPr>
          <a:xfrm>
            <a:off x="5946120" y="6683199"/>
            <a:ext cx="299762" cy="138499"/>
          </a:xfrm>
          <a:prstGeom prst="rect">
            <a:avLst/>
          </a:prstGeom>
        </p:spPr>
        <p:txBody>
          <a:bodyPr wrap="none" lIns="0" tIns="0" rIns="0" bIns="0">
            <a:spAutoFit/>
          </a:bodyPr>
          <a:lstStyle>
            <a:lvl1pPr algn="ctr">
              <a:defRPr sz="900" baseline="0">
                <a:latin typeface="+mn-lt"/>
                <a:ea typeface="+mn-ea"/>
              </a:defRPr>
            </a:lvl1pPr>
          </a:lstStyle>
          <a:p>
            <a:pPr fontAlgn="base">
              <a:spcBef>
                <a:spcPct val="0"/>
              </a:spcBef>
              <a:spcAft>
                <a:spcPct val="0"/>
              </a:spcAft>
            </a:pPr>
            <a:fld id="{3BA00A7E-A86D-414A-A993-3B097F195F87}" type="slidenum">
              <a:rPr kumimoji="1" lang="ko-KR" altLang="en-US" smtClean="0">
                <a:solidFill>
                  <a:prstClr val="black"/>
                </a:solidFill>
              </a:rPr>
              <a:pPr fontAlgn="base">
                <a:spcBef>
                  <a:spcPct val="0"/>
                </a:spcBef>
                <a:spcAft>
                  <a:spcPct val="0"/>
                </a:spcAft>
              </a:pPr>
              <a:t>‹#›</a:t>
            </a:fld>
            <a:r>
              <a:rPr kumimoji="1" lang="ko-KR" altLang="en-US">
                <a:solidFill>
                  <a:prstClr val="black"/>
                </a:solidFill>
              </a:rPr>
              <a:t> </a:t>
            </a:r>
            <a:r>
              <a:rPr kumimoji="1" lang="en-US" altLang="ko-KR" dirty="0">
                <a:solidFill>
                  <a:prstClr val="black"/>
                </a:solidFill>
              </a:rPr>
              <a:t>/ 23</a:t>
            </a:r>
            <a:endParaRPr kumimoji="1" lang="ko-KR" altLang="en-US" dirty="0">
              <a:solidFill>
                <a:prstClr val="black"/>
              </a:solidFill>
            </a:endParaRPr>
          </a:p>
        </p:txBody>
      </p:sp>
    </p:spTree>
    <p:extLst>
      <p:ext uri="{BB962C8B-B14F-4D97-AF65-F5344CB8AC3E}">
        <p14:creationId xmlns:p14="http://schemas.microsoft.com/office/powerpoint/2010/main" val="20325842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7166452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2_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266479" y="142037"/>
            <a:ext cx="2274662" cy="276999"/>
          </a:xfrm>
          <a:prstGeom prst="rect">
            <a:avLst/>
          </a:prstGeom>
        </p:spPr>
        <p:txBody>
          <a:bodyPr wrap="none" lIns="0" tIns="0" rIns="0" bIns="0">
            <a:spAutoFit/>
          </a:bodyPr>
          <a:lstStyle>
            <a:lvl1pPr algn="l">
              <a:defRPr sz="1800" b="1">
                <a:latin typeface="+mn-lt"/>
                <a:ea typeface="+mn-ea"/>
              </a:defRPr>
            </a:lvl1pPr>
          </a:lstStyle>
          <a:p>
            <a:r>
              <a:rPr lang="ko-KR" altLang="en-US" dirty="0"/>
              <a:t>마스터 제목 스타일 편집</a:t>
            </a:r>
          </a:p>
        </p:txBody>
      </p:sp>
      <p:sp>
        <p:nvSpPr>
          <p:cNvPr id="3" name="텍스트 개체 틀 8">
            <a:extLst>
              <a:ext uri="{FF2B5EF4-FFF2-40B4-BE49-F238E27FC236}">
                <a16:creationId xmlns:a16="http://schemas.microsoft.com/office/drawing/2014/main" id="{C313F087-4195-4DC4-9834-A8C47FE3C66C}"/>
              </a:ext>
            </a:extLst>
          </p:cNvPr>
          <p:cNvSpPr>
            <a:spLocks noGrp="1"/>
          </p:cNvSpPr>
          <p:nvPr>
            <p:ph type="body" sz="quarter" idx="18"/>
          </p:nvPr>
        </p:nvSpPr>
        <p:spPr>
          <a:xfrm>
            <a:off x="344325" y="656081"/>
            <a:ext cx="11520000" cy="456535"/>
          </a:xfrm>
        </p:spPr>
        <p:txBody>
          <a:bodyPr lIns="0" rIns="0">
            <a:spAutoFit/>
          </a:bodyPr>
          <a:lstStyle>
            <a:lvl1pPr marL="185738" indent="-185738" fontAlgn="base" latinLnBrk="0">
              <a:lnSpc>
                <a:spcPct val="100000"/>
              </a:lnSpc>
              <a:spcBef>
                <a:spcPts val="488"/>
              </a:spcBef>
              <a:buSzPct val="90000"/>
              <a:buFont typeface="맑은 고딕" panose="020B0503020000020004" pitchFamily="50" charset="-127"/>
              <a:buChar char="■"/>
              <a:defRPr sz="1200">
                <a:solidFill>
                  <a:schemeClr val="tx1"/>
                </a:solidFill>
                <a:latin typeface="+mn-lt"/>
                <a:ea typeface="+mn-ea"/>
              </a:defRPr>
            </a:lvl1pPr>
            <a:lvl2pPr marL="367606" indent="-152202" fontAlgn="base" latinLnBrk="0">
              <a:lnSpc>
                <a:spcPct val="100000"/>
              </a:lnSpc>
              <a:spcBef>
                <a:spcPts val="488"/>
              </a:spcBef>
              <a:buSzPct val="90000"/>
              <a:buFont typeface="맑은 고딕" panose="020B0503020000020004" pitchFamily="50" charset="-127"/>
              <a:buChar char="-"/>
              <a:defRPr sz="1200">
                <a:solidFill>
                  <a:schemeClr val="tx1"/>
                </a:solidFill>
                <a:latin typeface="+mn-lt"/>
                <a:ea typeface="+mn-ea"/>
              </a:defRPr>
            </a:lvl2pPr>
            <a:lvl3pPr marL="928688" indent="-185738">
              <a:buSzPct val="90000"/>
              <a:buFont typeface="맑은 고딕" panose="020B0503020000020004" pitchFamily="50" charset="-127"/>
              <a:buChar char="■"/>
              <a:defRPr sz="1056"/>
            </a:lvl3pPr>
            <a:lvl4pPr marL="1300163" indent="-185738">
              <a:buSzPct val="90000"/>
              <a:buFont typeface="맑은 고딕" panose="020B0503020000020004" pitchFamily="50" charset="-127"/>
              <a:buChar char="■"/>
              <a:defRPr sz="1056"/>
            </a:lvl4pPr>
            <a:lvl5pPr marL="1671638" indent="-185738">
              <a:buSzPct val="90000"/>
              <a:buFont typeface="맑은 고딕" panose="020B0503020000020004" pitchFamily="50" charset="-127"/>
              <a:buChar char="■"/>
              <a:defRPr sz="1056"/>
            </a:lvl5pPr>
          </a:lstStyle>
          <a:p>
            <a:pPr lvl="0"/>
            <a:r>
              <a:rPr lang="ko-KR" altLang="en-US" dirty="0"/>
              <a:t>마스터 텍스트 스타일 편집</a:t>
            </a:r>
          </a:p>
          <a:p>
            <a:pPr lvl="1"/>
            <a:r>
              <a:rPr lang="ko-KR" altLang="en-US" dirty="0"/>
              <a:t>둘째 수준</a:t>
            </a:r>
          </a:p>
        </p:txBody>
      </p:sp>
      <p:sp>
        <p:nvSpPr>
          <p:cNvPr id="4" name="슬라이드 번호 개체 틀 5">
            <a:extLst>
              <a:ext uri="{FF2B5EF4-FFF2-40B4-BE49-F238E27FC236}">
                <a16:creationId xmlns:a16="http://schemas.microsoft.com/office/drawing/2014/main" id="{FC830045-0C46-42DB-8E1C-DEA496C669E4}"/>
              </a:ext>
            </a:extLst>
          </p:cNvPr>
          <p:cNvSpPr>
            <a:spLocks noGrp="1"/>
          </p:cNvSpPr>
          <p:nvPr>
            <p:ph type="sldNum" sz="quarter" idx="4"/>
          </p:nvPr>
        </p:nvSpPr>
        <p:spPr>
          <a:xfrm>
            <a:off x="5946120" y="6683199"/>
            <a:ext cx="299762" cy="138499"/>
          </a:xfrm>
          <a:prstGeom prst="rect">
            <a:avLst/>
          </a:prstGeom>
        </p:spPr>
        <p:txBody>
          <a:bodyPr wrap="none" lIns="0" tIns="0" rIns="0" bIns="0">
            <a:spAutoFit/>
          </a:bodyPr>
          <a:lstStyle>
            <a:lvl1pPr algn="ctr">
              <a:defRPr sz="900" baseline="0">
                <a:latin typeface="+mn-lt"/>
                <a:ea typeface="+mn-ea"/>
              </a:defRPr>
            </a:lvl1pPr>
          </a:lstStyle>
          <a:p>
            <a:pPr fontAlgn="base">
              <a:spcBef>
                <a:spcPct val="0"/>
              </a:spcBef>
              <a:spcAft>
                <a:spcPct val="0"/>
              </a:spcAft>
            </a:pPr>
            <a:fld id="{3BA00A7E-A86D-414A-A993-3B097F195F87}" type="slidenum">
              <a:rPr kumimoji="1" lang="ko-KR" altLang="en-US" smtClean="0">
                <a:solidFill>
                  <a:prstClr val="black"/>
                </a:solidFill>
              </a:rPr>
              <a:pPr fontAlgn="base">
                <a:spcBef>
                  <a:spcPct val="0"/>
                </a:spcBef>
                <a:spcAft>
                  <a:spcPct val="0"/>
                </a:spcAft>
              </a:pPr>
              <a:t>‹#›</a:t>
            </a:fld>
            <a:r>
              <a:rPr kumimoji="1" lang="ko-KR" altLang="en-US">
                <a:solidFill>
                  <a:prstClr val="black"/>
                </a:solidFill>
              </a:rPr>
              <a:t> </a:t>
            </a:r>
            <a:r>
              <a:rPr kumimoji="1" lang="en-US" altLang="ko-KR" dirty="0">
                <a:solidFill>
                  <a:prstClr val="black"/>
                </a:solidFill>
              </a:rPr>
              <a:t>/ 23</a:t>
            </a:r>
            <a:endParaRPr kumimoji="1" lang="ko-KR" altLang="en-US" dirty="0">
              <a:solidFill>
                <a:prstClr val="black"/>
              </a:solidFill>
            </a:endParaRPr>
          </a:p>
        </p:txBody>
      </p:sp>
    </p:spTree>
    <p:extLst>
      <p:ext uri="{BB962C8B-B14F-4D97-AF65-F5344CB8AC3E}">
        <p14:creationId xmlns:p14="http://schemas.microsoft.com/office/powerpoint/2010/main" val="1484828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11740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1_내용">
    <p:spTree>
      <p:nvGrpSpPr>
        <p:cNvPr id="1" name=""/>
        <p:cNvGrpSpPr/>
        <p:nvPr/>
      </p:nvGrpSpPr>
      <p:grpSpPr>
        <a:xfrm>
          <a:off x="0" y="0"/>
          <a:ext cx="0" cy="0"/>
          <a:chOff x="0" y="0"/>
          <a:chExt cx="0" cy="0"/>
        </a:xfrm>
      </p:grpSpPr>
      <p:sp>
        <p:nvSpPr>
          <p:cNvPr id="2" name="제목 1"/>
          <p:cNvSpPr>
            <a:spLocks noGrp="1"/>
          </p:cNvSpPr>
          <p:nvPr>
            <p:ph type="title"/>
          </p:nvPr>
        </p:nvSpPr>
        <p:spPr>
          <a:xfrm>
            <a:off x="246743" y="215062"/>
            <a:ext cx="2056653" cy="261610"/>
          </a:xfrm>
          <a:prstGeom prst="rect">
            <a:avLst/>
          </a:prstGeom>
        </p:spPr>
        <p:txBody>
          <a:bodyPr wrap="none" lIns="0" tIns="0" rIns="0" bIns="0">
            <a:spAutoFit/>
          </a:bodyPr>
          <a:lstStyle>
            <a:lvl1pPr algn="l">
              <a:defRPr sz="1700" b="1" baseline="0">
                <a:latin typeface="Arial Narrow" pitchFamily="34" charset="0"/>
                <a:ea typeface="LG스마트체 Regular" pitchFamily="50" charset="-127"/>
              </a:defRPr>
            </a:lvl1pPr>
          </a:lstStyle>
          <a:p>
            <a:r>
              <a:rPr lang="ko-KR" altLang="en-US" dirty="0"/>
              <a:t>마스터 제목 스타일 편집</a:t>
            </a:r>
          </a:p>
        </p:txBody>
      </p:sp>
      <p:sp>
        <p:nvSpPr>
          <p:cNvPr id="3" name="내용 개체 틀 2"/>
          <p:cNvSpPr>
            <a:spLocks noGrp="1"/>
          </p:cNvSpPr>
          <p:nvPr>
            <p:ph idx="1"/>
          </p:nvPr>
        </p:nvSpPr>
        <p:spPr>
          <a:xfrm>
            <a:off x="9552454" y="261228"/>
            <a:ext cx="2481449" cy="215444"/>
          </a:xfrm>
          <a:prstGeom prst="rect">
            <a:avLst/>
          </a:prstGeom>
        </p:spPr>
        <p:txBody>
          <a:bodyPr wrap="none" lIns="0" tIns="0" rIns="0" bIns="0" anchor="b" anchorCtr="0">
            <a:spAutoFit/>
          </a:bodyPr>
          <a:lstStyle>
            <a:lvl1pPr marL="0" indent="0" algn="r">
              <a:buNone/>
              <a:defRPr sz="1400" b="1" baseline="0">
                <a:latin typeface="Arial Narrow" pitchFamily="34" charset="0"/>
                <a:ea typeface="LG스마트체 Regular" pitchFamily="50" charset="-127"/>
              </a:defRPr>
            </a:lvl1pPr>
            <a:lvl2pPr>
              <a:defRPr baseline="0">
                <a:latin typeface="+mn-lt"/>
                <a:ea typeface="+mn-ea"/>
              </a:defRPr>
            </a:lvl2pPr>
            <a:lvl3pPr>
              <a:defRPr baseline="0">
                <a:latin typeface="+mn-lt"/>
                <a:ea typeface="+mn-ea"/>
              </a:defRPr>
            </a:lvl3pPr>
            <a:lvl4pPr>
              <a:defRPr baseline="0">
                <a:latin typeface="+mn-lt"/>
                <a:ea typeface="+mn-ea"/>
              </a:defRPr>
            </a:lvl4pPr>
            <a:lvl5pPr>
              <a:defRPr baseline="0">
                <a:latin typeface="+mn-lt"/>
                <a:ea typeface="+mn-ea"/>
              </a:defRPr>
            </a:lvl5pPr>
          </a:lstStyle>
          <a:p>
            <a:pPr lvl="0"/>
            <a:r>
              <a:rPr lang="ko-KR" altLang="en-US"/>
              <a:t>마스터 텍스트 스타일을 편집합니다</a:t>
            </a:r>
          </a:p>
        </p:txBody>
      </p:sp>
      <p:sp>
        <p:nvSpPr>
          <p:cNvPr id="9" name="Line 39"/>
          <p:cNvSpPr>
            <a:spLocks noChangeShapeType="1"/>
          </p:cNvSpPr>
          <p:nvPr userDrawn="1"/>
        </p:nvSpPr>
        <p:spPr bwMode="auto">
          <a:xfrm>
            <a:off x="1" y="587375"/>
            <a:ext cx="12192000" cy="0"/>
          </a:xfrm>
          <a:prstGeom prst="line">
            <a:avLst/>
          </a:prstGeom>
          <a:noFill/>
          <a:ln w="9525">
            <a:solidFill>
              <a:srgbClr val="000000"/>
            </a:solidFill>
            <a:round/>
            <a:headEnd/>
            <a:tailEnd/>
          </a:ln>
          <a:effectLst/>
        </p:spPr>
        <p:txBody>
          <a:bodyPr lIns="91405" tIns="45703" rIns="91405" bIns="45703"/>
          <a:lstStyle/>
          <a:p>
            <a:pPr>
              <a:defRPr/>
            </a:pPr>
            <a:endParaRPr lang="ko-KR" altLang="en-US">
              <a:solidFill>
                <a:prstClr val="black"/>
              </a:solidFill>
              <a:latin typeface="Arial"/>
            </a:endParaRPr>
          </a:p>
        </p:txBody>
      </p:sp>
    </p:spTree>
    <p:extLst>
      <p:ext uri="{BB962C8B-B14F-4D97-AF65-F5344CB8AC3E}">
        <p14:creationId xmlns:p14="http://schemas.microsoft.com/office/powerpoint/2010/main" val="376538363"/>
      </p:ext>
    </p:extLst>
  </p:cSld>
  <p:clrMapOvr>
    <a:masterClrMapping/>
  </p:clrMapOvr>
  <p:hf hdr="0" ft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2_내용">
    <p:spTree>
      <p:nvGrpSpPr>
        <p:cNvPr id="1" name=""/>
        <p:cNvGrpSpPr/>
        <p:nvPr/>
      </p:nvGrpSpPr>
      <p:grpSpPr>
        <a:xfrm>
          <a:off x="0" y="0"/>
          <a:ext cx="0" cy="0"/>
          <a:chOff x="0" y="0"/>
          <a:chExt cx="0" cy="0"/>
        </a:xfrm>
      </p:grpSpPr>
      <p:sp>
        <p:nvSpPr>
          <p:cNvPr id="2" name="제목 1"/>
          <p:cNvSpPr>
            <a:spLocks noGrp="1"/>
          </p:cNvSpPr>
          <p:nvPr>
            <p:ph type="title"/>
          </p:nvPr>
        </p:nvSpPr>
        <p:spPr>
          <a:xfrm>
            <a:off x="246743" y="215062"/>
            <a:ext cx="2056653" cy="261610"/>
          </a:xfrm>
          <a:prstGeom prst="rect">
            <a:avLst/>
          </a:prstGeom>
        </p:spPr>
        <p:txBody>
          <a:bodyPr wrap="none" lIns="0" tIns="0" rIns="0" bIns="0">
            <a:spAutoFit/>
          </a:bodyPr>
          <a:lstStyle>
            <a:lvl1pPr algn="l">
              <a:defRPr sz="1700" b="1" baseline="0">
                <a:latin typeface="Arial Narrow" pitchFamily="34" charset="0"/>
                <a:ea typeface="LG스마트체 Regular" pitchFamily="50" charset="-127"/>
              </a:defRPr>
            </a:lvl1pPr>
          </a:lstStyle>
          <a:p>
            <a:r>
              <a:rPr lang="ko-KR" altLang="en-US" dirty="0"/>
              <a:t>마스터 제목 스타일 편집</a:t>
            </a:r>
          </a:p>
        </p:txBody>
      </p:sp>
      <p:sp>
        <p:nvSpPr>
          <p:cNvPr id="3" name="내용 개체 틀 2"/>
          <p:cNvSpPr>
            <a:spLocks noGrp="1"/>
          </p:cNvSpPr>
          <p:nvPr>
            <p:ph idx="1"/>
          </p:nvPr>
        </p:nvSpPr>
        <p:spPr>
          <a:xfrm>
            <a:off x="9552454" y="261228"/>
            <a:ext cx="2481449" cy="215444"/>
          </a:xfrm>
          <a:prstGeom prst="rect">
            <a:avLst/>
          </a:prstGeom>
        </p:spPr>
        <p:txBody>
          <a:bodyPr wrap="none" lIns="0" tIns="0" rIns="0" bIns="0" anchor="b" anchorCtr="0">
            <a:spAutoFit/>
          </a:bodyPr>
          <a:lstStyle>
            <a:lvl1pPr marL="0" indent="0" algn="r">
              <a:buNone/>
              <a:defRPr sz="1400" b="1" baseline="0">
                <a:latin typeface="Arial Narrow" pitchFamily="34" charset="0"/>
                <a:ea typeface="LG스마트체 Regular" pitchFamily="50" charset="-127"/>
              </a:defRPr>
            </a:lvl1pPr>
            <a:lvl2pPr>
              <a:defRPr baseline="0">
                <a:latin typeface="+mn-lt"/>
                <a:ea typeface="+mn-ea"/>
              </a:defRPr>
            </a:lvl2pPr>
            <a:lvl3pPr>
              <a:defRPr baseline="0">
                <a:latin typeface="+mn-lt"/>
                <a:ea typeface="+mn-ea"/>
              </a:defRPr>
            </a:lvl3pPr>
            <a:lvl4pPr>
              <a:defRPr baseline="0">
                <a:latin typeface="+mn-lt"/>
                <a:ea typeface="+mn-ea"/>
              </a:defRPr>
            </a:lvl4pPr>
            <a:lvl5pPr>
              <a:defRPr baseline="0">
                <a:latin typeface="+mn-lt"/>
                <a:ea typeface="+mn-ea"/>
              </a:defRPr>
            </a:lvl5pPr>
          </a:lstStyle>
          <a:p>
            <a:pPr lvl="0"/>
            <a:r>
              <a:rPr lang="ko-KR" altLang="en-US"/>
              <a:t>마스터 텍스트 스타일을 편집합니다</a:t>
            </a:r>
          </a:p>
        </p:txBody>
      </p:sp>
      <p:sp>
        <p:nvSpPr>
          <p:cNvPr id="9" name="Line 39"/>
          <p:cNvSpPr>
            <a:spLocks noChangeShapeType="1"/>
          </p:cNvSpPr>
          <p:nvPr/>
        </p:nvSpPr>
        <p:spPr bwMode="auto">
          <a:xfrm>
            <a:off x="1" y="587375"/>
            <a:ext cx="12192000" cy="0"/>
          </a:xfrm>
          <a:prstGeom prst="line">
            <a:avLst/>
          </a:prstGeom>
          <a:noFill/>
          <a:ln w="9525">
            <a:solidFill>
              <a:srgbClr val="000000"/>
            </a:solidFill>
            <a:round/>
            <a:headEnd/>
            <a:tailEnd/>
          </a:ln>
          <a:effectLst/>
        </p:spPr>
        <p:txBody>
          <a:bodyPr lIns="91405" tIns="45703" rIns="91405" bIns="45703"/>
          <a:lstStyle/>
          <a:p>
            <a:pPr>
              <a:defRPr/>
            </a:pPr>
            <a:endParaRPr lang="ko-KR" altLang="en-US">
              <a:solidFill>
                <a:prstClr val="black"/>
              </a:solidFill>
              <a:latin typeface="Arial"/>
            </a:endParaRPr>
          </a:p>
        </p:txBody>
      </p:sp>
    </p:spTree>
    <p:extLst>
      <p:ext uri="{BB962C8B-B14F-4D97-AF65-F5344CB8AC3E}">
        <p14:creationId xmlns:p14="http://schemas.microsoft.com/office/powerpoint/2010/main" val="2532098526"/>
      </p:ext>
    </p:extLst>
  </p:cSld>
  <p:clrMapOvr>
    <a:masterClrMapping/>
  </p:clrMapOvr>
  <p:hf hdr="0" ft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사용자 지정 레이아웃">
    <p:spTree>
      <p:nvGrpSpPr>
        <p:cNvPr id="1" name=""/>
        <p:cNvGrpSpPr/>
        <p:nvPr/>
      </p:nvGrpSpPr>
      <p:grpSpPr>
        <a:xfrm>
          <a:off x="0" y="0"/>
          <a:ext cx="0" cy="0"/>
          <a:chOff x="0" y="0"/>
          <a:chExt cx="0" cy="0"/>
        </a:xfrm>
      </p:grpSpPr>
      <p:sp>
        <p:nvSpPr>
          <p:cNvPr id="8" name="내용 개체 틀 2"/>
          <p:cNvSpPr>
            <a:spLocks noGrp="1"/>
          </p:cNvSpPr>
          <p:nvPr>
            <p:ph idx="1"/>
          </p:nvPr>
        </p:nvSpPr>
        <p:spPr>
          <a:xfrm>
            <a:off x="9379328" y="245840"/>
            <a:ext cx="2654573" cy="230832"/>
          </a:xfrm>
          <a:prstGeom prst="rect">
            <a:avLst/>
          </a:prstGeom>
        </p:spPr>
        <p:txBody>
          <a:bodyPr wrap="none" lIns="0" tIns="0" rIns="0" bIns="0">
            <a:spAutoFit/>
          </a:bodyPr>
          <a:lstStyle>
            <a:lvl1pPr marL="0" indent="0" algn="r">
              <a:buNone/>
              <a:defRPr sz="1500" b="1" baseline="0">
                <a:solidFill>
                  <a:schemeClr val="tx1">
                    <a:lumMod val="50000"/>
                    <a:lumOff val="50000"/>
                  </a:schemeClr>
                </a:solidFill>
                <a:latin typeface="Arial Narrow" pitchFamily="34" charset="0"/>
                <a:ea typeface="LG스마트체 Regular" pitchFamily="50" charset="-127"/>
              </a:defRPr>
            </a:lvl1pPr>
            <a:lvl2pPr>
              <a:defRPr baseline="0">
                <a:latin typeface="+mn-lt"/>
                <a:ea typeface="+mn-ea"/>
              </a:defRPr>
            </a:lvl2pPr>
            <a:lvl3pPr>
              <a:defRPr baseline="0">
                <a:latin typeface="+mn-lt"/>
                <a:ea typeface="+mn-ea"/>
              </a:defRPr>
            </a:lvl3pPr>
            <a:lvl4pPr>
              <a:defRPr baseline="0">
                <a:latin typeface="+mn-lt"/>
                <a:ea typeface="+mn-ea"/>
              </a:defRPr>
            </a:lvl4pPr>
            <a:lvl5pPr>
              <a:defRPr baseline="0">
                <a:latin typeface="+mn-lt"/>
                <a:ea typeface="+mn-ea"/>
              </a:defRPr>
            </a:lvl5pPr>
          </a:lstStyle>
          <a:p>
            <a:pPr lvl="0"/>
            <a:r>
              <a:rPr lang="ko-KR" altLang="en-US" dirty="0"/>
              <a:t>마스터 텍스트 스타일을 편집합니다</a:t>
            </a:r>
          </a:p>
        </p:txBody>
      </p:sp>
      <p:sp>
        <p:nvSpPr>
          <p:cNvPr id="9" name="제목 1"/>
          <p:cNvSpPr>
            <a:spLocks noGrp="1"/>
          </p:cNvSpPr>
          <p:nvPr>
            <p:ph type="title" hasCustomPrompt="1"/>
          </p:nvPr>
        </p:nvSpPr>
        <p:spPr>
          <a:xfrm>
            <a:off x="246736" y="215062"/>
            <a:ext cx="2537554" cy="261610"/>
          </a:xfrm>
          <a:prstGeom prst="rect">
            <a:avLst/>
          </a:prstGeom>
        </p:spPr>
        <p:txBody>
          <a:bodyPr wrap="none" lIns="0" tIns="0" rIns="0" bIns="0">
            <a:spAutoFit/>
          </a:bodyPr>
          <a:lstStyle>
            <a:lvl1pPr algn="l">
              <a:defRPr sz="1700" b="1" baseline="0">
                <a:solidFill>
                  <a:schemeClr val="tx1"/>
                </a:solidFill>
                <a:latin typeface="Arial Narrow" pitchFamily="34" charset="0"/>
                <a:ea typeface="LG스마트체 Regular" pitchFamily="50" charset="-127"/>
              </a:defRPr>
            </a:lvl1pPr>
          </a:lstStyle>
          <a:p>
            <a:r>
              <a:rPr lang="ko-KR" altLang="en-US" dirty="0"/>
              <a:t>유첨</a:t>
            </a:r>
            <a:r>
              <a:rPr lang="en-US" altLang="ko-KR" dirty="0"/>
              <a:t>. </a:t>
            </a:r>
            <a:r>
              <a:rPr lang="ko-KR" altLang="en-US" dirty="0"/>
              <a:t>마스터 제목 스타일 편집</a:t>
            </a:r>
          </a:p>
        </p:txBody>
      </p:sp>
      <p:sp>
        <p:nvSpPr>
          <p:cNvPr id="10" name="Line 34"/>
          <p:cNvSpPr>
            <a:spLocks noChangeShapeType="1"/>
          </p:cNvSpPr>
          <p:nvPr userDrawn="1"/>
        </p:nvSpPr>
        <p:spPr bwMode="auto">
          <a:xfrm>
            <a:off x="244244" y="203928"/>
            <a:ext cx="4428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solidFill>
                <a:prstClr val="black"/>
              </a:solidFill>
              <a:latin typeface="Arial"/>
            </a:endParaRPr>
          </a:p>
        </p:txBody>
      </p:sp>
      <p:sp>
        <p:nvSpPr>
          <p:cNvPr id="11" name="Line 34"/>
          <p:cNvSpPr>
            <a:spLocks noChangeShapeType="1"/>
          </p:cNvSpPr>
          <p:nvPr userDrawn="1"/>
        </p:nvSpPr>
        <p:spPr bwMode="auto">
          <a:xfrm>
            <a:off x="244244" y="480110"/>
            <a:ext cx="4428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solidFill>
                <a:prstClr val="black"/>
              </a:solidFill>
              <a:latin typeface="Arial"/>
            </a:endParaRPr>
          </a:p>
        </p:txBody>
      </p:sp>
    </p:spTree>
    <p:extLst>
      <p:ext uri="{BB962C8B-B14F-4D97-AF65-F5344CB8AC3E}">
        <p14:creationId xmlns:p14="http://schemas.microsoft.com/office/powerpoint/2010/main" val="50574494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사용자 지정 레이아웃">
    <p:spTree>
      <p:nvGrpSpPr>
        <p:cNvPr id="1" name=""/>
        <p:cNvGrpSpPr/>
        <p:nvPr/>
      </p:nvGrpSpPr>
      <p:grpSpPr>
        <a:xfrm>
          <a:off x="0" y="0"/>
          <a:ext cx="0" cy="0"/>
          <a:chOff x="0" y="0"/>
          <a:chExt cx="0" cy="0"/>
        </a:xfrm>
      </p:grpSpPr>
      <p:sp>
        <p:nvSpPr>
          <p:cNvPr id="8" name="내용 개체 틀 2"/>
          <p:cNvSpPr>
            <a:spLocks noGrp="1"/>
          </p:cNvSpPr>
          <p:nvPr>
            <p:ph idx="1"/>
          </p:nvPr>
        </p:nvSpPr>
        <p:spPr>
          <a:xfrm>
            <a:off x="9379328" y="245840"/>
            <a:ext cx="2654573" cy="230832"/>
          </a:xfrm>
          <a:prstGeom prst="rect">
            <a:avLst/>
          </a:prstGeom>
        </p:spPr>
        <p:txBody>
          <a:bodyPr wrap="none" lIns="0" tIns="0" rIns="0" bIns="0">
            <a:spAutoFit/>
          </a:bodyPr>
          <a:lstStyle>
            <a:lvl1pPr marL="0" indent="0" algn="r">
              <a:buNone/>
              <a:defRPr sz="1500" b="1" baseline="0">
                <a:solidFill>
                  <a:schemeClr val="tx1">
                    <a:lumMod val="50000"/>
                    <a:lumOff val="50000"/>
                  </a:schemeClr>
                </a:solidFill>
                <a:latin typeface="Arial Narrow" pitchFamily="34" charset="0"/>
                <a:ea typeface="LG스마트체 Regular" pitchFamily="50" charset="-127"/>
              </a:defRPr>
            </a:lvl1pPr>
            <a:lvl2pPr>
              <a:defRPr baseline="0">
                <a:latin typeface="+mn-lt"/>
                <a:ea typeface="+mn-ea"/>
              </a:defRPr>
            </a:lvl2pPr>
            <a:lvl3pPr>
              <a:defRPr baseline="0">
                <a:latin typeface="+mn-lt"/>
                <a:ea typeface="+mn-ea"/>
              </a:defRPr>
            </a:lvl3pPr>
            <a:lvl4pPr>
              <a:defRPr baseline="0">
                <a:latin typeface="+mn-lt"/>
                <a:ea typeface="+mn-ea"/>
              </a:defRPr>
            </a:lvl4pPr>
            <a:lvl5pPr>
              <a:defRPr baseline="0">
                <a:latin typeface="+mn-lt"/>
                <a:ea typeface="+mn-ea"/>
              </a:defRPr>
            </a:lvl5pPr>
          </a:lstStyle>
          <a:p>
            <a:pPr lvl="0"/>
            <a:r>
              <a:rPr lang="ko-KR" altLang="en-US" dirty="0"/>
              <a:t>마스터 텍스트 스타일을 편집합니다</a:t>
            </a:r>
          </a:p>
        </p:txBody>
      </p:sp>
      <p:sp>
        <p:nvSpPr>
          <p:cNvPr id="9" name="제목 1"/>
          <p:cNvSpPr>
            <a:spLocks noGrp="1"/>
          </p:cNvSpPr>
          <p:nvPr>
            <p:ph type="title" hasCustomPrompt="1"/>
          </p:nvPr>
        </p:nvSpPr>
        <p:spPr>
          <a:xfrm>
            <a:off x="246736" y="215062"/>
            <a:ext cx="2537554" cy="261610"/>
          </a:xfrm>
          <a:prstGeom prst="rect">
            <a:avLst/>
          </a:prstGeom>
        </p:spPr>
        <p:txBody>
          <a:bodyPr wrap="none" lIns="0" tIns="0" rIns="0" bIns="0">
            <a:spAutoFit/>
          </a:bodyPr>
          <a:lstStyle>
            <a:lvl1pPr algn="l">
              <a:defRPr sz="1700" b="1" baseline="0">
                <a:solidFill>
                  <a:schemeClr val="tx1"/>
                </a:solidFill>
                <a:latin typeface="Arial Narrow" pitchFamily="34" charset="0"/>
                <a:ea typeface="LG스마트체 Regular" pitchFamily="50" charset="-127"/>
              </a:defRPr>
            </a:lvl1pPr>
          </a:lstStyle>
          <a:p>
            <a:r>
              <a:rPr lang="ko-KR" altLang="en-US" dirty="0"/>
              <a:t>유첨</a:t>
            </a:r>
            <a:r>
              <a:rPr lang="en-US" altLang="ko-KR" dirty="0"/>
              <a:t>. </a:t>
            </a:r>
            <a:r>
              <a:rPr lang="ko-KR" altLang="en-US" dirty="0"/>
              <a:t>마스터 제목 스타일 편집</a:t>
            </a:r>
          </a:p>
        </p:txBody>
      </p:sp>
      <p:sp>
        <p:nvSpPr>
          <p:cNvPr id="10" name="Line 34"/>
          <p:cNvSpPr>
            <a:spLocks noChangeShapeType="1"/>
          </p:cNvSpPr>
          <p:nvPr userDrawn="1"/>
        </p:nvSpPr>
        <p:spPr bwMode="auto">
          <a:xfrm>
            <a:off x="244244" y="203928"/>
            <a:ext cx="4428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solidFill>
                <a:prstClr val="black"/>
              </a:solidFill>
              <a:latin typeface="Arial"/>
            </a:endParaRPr>
          </a:p>
        </p:txBody>
      </p:sp>
      <p:sp>
        <p:nvSpPr>
          <p:cNvPr id="11" name="Line 34"/>
          <p:cNvSpPr>
            <a:spLocks noChangeShapeType="1"/>
          </p:cNvSpPr>
          <p:nvPr userDrawn="1"/>
        </p:nvSpPr>
        <p:spPr bwMode="auto">
          <a:xfrm>
            <a:off x="244244" y="480110"/>
            <a:ext cx="44284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ko-KR" altLang="en-US">
              <a:solidFill>
                <a:prstClr val="black"/>
              </a:solidFill>
              <a:latin typeface="Arial"/>
            </a:endParaRPr>
          </a:p>
        </p:txBody>
      </p:sp>
    </p:spTree>
    <p:extLst>
      <p:ext uri="{BB962C8B-B14F-4D97-AF65-F5344CB8AC3E}">
        <p14:creationId xmlns:p14="http://schemas.microsoft.com/office/powerpoint/2010/main" val="19142753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8312298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077983"/>
      </p:ext>
    </p:extLst>
  </p:cSld>
  <p:clrMapOvr>
    <a:masterClrMapping/>
  </p:clrMapOvr>
  <p:hf hdr="0" ft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2007200"/>
      </p:ext>
    </p:extLst>
  </p:cSld>
  <p:clrMapOvr>
    <a:masterClrMapping/>
  </p:clrMapOvr>
  <p:hf hdr="0" ft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빈 화면">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3143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7D742-E25D-6C75-606D-4A6E13585A09}"/>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E86C7DC-20B9-804F-B341-6643F54ABA6F}"/>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63997966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914403" y="2130430"/>
            <a:ext cx="10363200" cy="1470025"/>
          </a:xfrm>
          <a:prstGeom prst="rect">
            <a:avLst/>
          </a:prstGeom>
        </p:spPr>
        <p:txBody>
          <a:bodyPr/>
          <a:lstStyle/>
          <a:p>
            <a:r>
              <a:rPr lang="ko-KR" altLang="en-US"/>
              <a:t>마스터 제목 스타일 편집</a:t>
            </a:r>
          </a:p>
        </p:txBody>
      </p:sp>
      <p:sp>
        <p:nvSpPr>
          <p:cNvPr id="3" name="부제목 2"/>
          <p:cNvSpPr>
            <a:spLocks noGrp="1"/>
          </p:cNvSpPr>
          <p:nvPr>
            <p:ph type="subTitle" idx="1"/>
          </p:nvPr>
        </p:nvSpPr>
        <p:spPr>
          <a:xfrm>
            <a:off x="1828803" y="3886200"/>
            <a:ext cx="8534399" cy="1752600"/>
          </a:xfrm>
          <a:prstGeom prst="rect">
            <a:avLst/>
          </a:prstGeom>
        </p:spPr>
        <p:txBody>
          <a:bodyPr/>
          <a:lstStyle>
            <a:lvl1pPr marL="0" indent="0" algn="ctr">
              <a:buNone/>
              <a:defRPr>
                <a:solidFill>
                  <a:schemeClr val="tx1">
                    <a:tint val="75000"/>
                  </a:schemeClr>
                </a:solidFill>
              </a:defRPr>
            </a:lvl1pPr>
            <a:lvl2pPr marL="179998" indent="0" algn="ctr">
              <a:buNone/>
              <a:defRPr>
                <a:solidFill>
                  <a:schemeClr val="tx1">
                    <a:tint val="75000"/>
                  </a:schemeClr>
                </a:solidFill>
              </a:defRPr>
            </a:lvl2pPr>
            <a:lvl3pPr marL="359997" indent="0" algn="ctr">
              <a:buNone/>
              <a:defRPr>
                <a:solidFill>
                  <a:schemeClr val="tx1">
                    <a:tint val="75000"/>
                  </a:schemeClr>
                </a:solidFill>
              </a:defRPr>
            </a:lvl3pPr>
            <a:lvl4pPr marL="539997" indent="0" algn="ctr">
              <a:buNone/>
              <a:defRPr>
                <a:solidFill>
                  <a:schemeClr val="tx1">
                    <a:tint val="75000"/>
                  </a:schemeClr>
                </a:solidFill>
              </a:defRPr>
            </a:lvl4pPr>
            <a:lvl5pPr marL="719995" indent="0" algn="ctr">
              <a:buNone/>
              <a:defRPr>
                <a:solidFill>
                  <a:schemeClr val="tx1">
                    <a:tint val="75000"/>
                  </a:schemeClr>
                </a:solidFill>
              </a:defRPr>
            </a:lvl5pPr>
            <a:lvl6pPr marL="899994" indent="0" algn="ctr">
              <a:buNone/>
              <a:defRPr>
                <a:solidFill>
                  <a:schemeClr val="tx1">
                    <a:tint val="75000"/>
                  </a:schemeClr>
                </a:solidFill>
              </a:defRPr>
            </a:lvl6pPr>
            <a:lvl7pPr marL="1079994" indent="0" algn="ctr">
              <a:buNone/>
              <a:defRPr>
                <a:solidFill>
                  <a:schemeClr val="tx1">
                    <a:tint val="75000"/>
                  </a:schemeClr>
                </a:solidFill>
              </a:defRPr>
            </a:lvl7pPr>
            <a:lvl8pPr marL="1259992" indent="0" algn="ctr">
              <a:buNone/>
              <a:defRPr>
                <a:solidFill>
                  <a:schemeClr val="tx1">
                    <a:tint val="75000"/>
                  </a:schemeClr>
                </a:solidFill>
              </a:defRPr>
            </a:lvl8pPr>
            <a:lvl9pPr marL="1439991"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a:xfrm>
            <a:off x="609600" y="6356355"/>
            <a:ext cx="2844800" cy="365125"/>
          </a:xfrm>
          <a:prstGeom prst="rect">
            <a:avLst/>
          </a:prstGeom>
        </p:spPr>
        <p:txBody>
          <a:bodyPr/>
          <a:lstStyle/>
          <a:p>
            <a:pPr defTabSz="913786" latinLnBrk="0"/>
            <a:fld id="{29C2D801-4F09-4654-B908-3B877B2D9849}" type="datetimeFigureOut">
              <a:rPr lang="ko-KR" altLang="en-US" sz="1798" smtClean="0">
                <a:solidFill>
                  <a:prstClr val="black">
                    <a:tint val="75000"/>
                  </a:prstClr>
                </a:solidFill>
              </a:rPr>
              <a:pPr defTabSz="913786" latinLnBrk="0"/>
              <a:t>2025-06-05</a:t>
            </a:fld>
            <a:endParaRPr lang="ko-KR" altLang="en-US" sz="1798">
              <a:solidFill>
                <a:prstClr val="black">
                  <a:tint val="75000"/>
                </a:prstClr>
              </a:solidFill>
            </a:endParaRPr>
          </a:p>
        </p:txBody>
      </p:sp>
      <p:sp>
        <p:nvSpPr>
          <p:cNvPr id="5" name="바닥글 개체 틀 4"/>
          <p:cNvSpPr>
            <a:spLocks noGrp="1"/>
          </p:cNvSpPr>
          <p:nvPr>
            <p:ph type="ftr" sz="quarter" idx="11"/>
          </p:nvPr>
        </p:nvSpPr>
        <p:spPr>
          <a:xfrm>
            <a:off x="4165603" y="6356355"/>
            <a:ext cx="3860800" cy="365125"/>
          </a:xfrm>
          <a:prstGeom prst="rect">
            <a:avLst/>
          </a:prstGeom>
        </p:spPr>
        <p:txBody>
          <a:bodyPr/>
          <a:lstStyle/>
          <a:p>
            <a:pPr defTabSz="913786" latinLnBrk="0"/>
            <a:endParaRPr lang="ko-KR" altLang="en-US" sz="1798">
              <a:solidFill>
                <a:prstClr val="black">
                  <a:tint val="75000"/>
                </a:prstClr>
              </a:solidFill>
            </a:endParaRPr>
          </a:p>
        </p:txBody>
      </p:sp>
      <p:sp>
        <p:nvSpPr>
          <p:cNvPr id="6" name="슬라이드 번호 개체 틀 5"/>
          <p:cNvSpPr>
            <a:spLocks noGrp="1"/>
          </p:cNvSpPr>
          <p:nvPr>
            <p:ph type="sldNum" sz="quarter" idx="12"/>
          </p:nvPr>
        </p:nvSpPr>
        <p:spPr>
          <a:xfrm>
            <a:off x="8737602" y="6356355"/>
            <a:ext cx="2844800" cy="365125"/>
          </a:xfrm>
          <a:prstGeom prst="rect">
            <a:avLst/>
          </a:prstGeom>
        </p:spPr>
        <p:txBody>
          <a:bodyPr/>
          <a:lstStyle/>
          <a:p>
            <a:pPr defTabSz="913786" latinLnBrk="0"/>
            <a:fld id="{C2014D7E-710C-4DEA-B9FE-4BC7995F2FBD}" type="slidenum">
              <a:rPr lang="ko-KR" altLang="en-US" sz="1798" smtClean="0">
                <a:solidFill>
                  <a:prstClr val="black">
                    <a:tint val="75000"/>
                  </a:prstClr>
                </a:solidFill>
              </a:rPr>
              <a:pPr defTabSz="913786" latinLnBrk="0"/>
              <a:t>‹#›</a:t>
            </a:fld>
            <a:endParaRPr lang="ko-KR" altLang="en-US" sz="1798">
              <a:solidFill>
                <a:prstClr val="black">
                  <a:tint val="75000"/>
                </a:prstClr>
              </a:solidFill>
            </a:endParaRPr>
          </a:p>
        </p:txBody>
      </p:sp>
    </p:spTree>
    <p:extLst>
      <p:ext uri="{BB962C8B-B14F-4D97-AF65-F5344CB8AC3E}">
        <p14:creationId xmlns:p14="http://schemas.microsoft.com/office/powerpoint/2010/main" val="30085465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11000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_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266479" y="142033"/>
            <a:ext cx="2274662" cy="276999"/>
          </a:xfrm>
          <a:prstGeom prst="rect">
            <a:avLst/>
          </a:prstGeom>
        </p:spPr>
        <p:txBody>
          <a:bodyPr wrap="none" lIns="0" tIns="0" rIns="0" bIns="0">
            <a:spAutoFit/>
          </a:bodyPr>
          <a:lstStyle>
            <a:lvl1pPr algn="l">
              <a:defRPr sz="1800" b="1">
                <a:latin typeface="+mn-lt"/>
                <a:ea typeface="+mn-ea"/>
              </a:defRPr>
            </a:lvl1pPr>
          </a:lstStyle>
          <a:p>
            <a:r>
              <a:rPr lang="ko-KR" altLang="en-US" dirty="0"/>
              <a:t>마스터 제목 스타일 편집</a:t>
            </a:r>
          </a:p>
        </p:txBody>
      </p:sp>
      <p:sp>
        <p:nvSpPr>
          <p:cNvPr id="3" name="텍스트 개체 틀 8">
            <a:extLst>
              <a:ext uri="{FF2B5EF4-FFF2-40B4-BE49-F238E27FC236}">
                <a16:creationId xmlns:a16="http://schemas.microsoft.com/office/drawing/2014/main" id="{C313F087-4195-4DC4-9834-A8C47FE3C66C}"/>
              </a:ext>
            </a:extLst>
          </p:cNvPr>
          <p:cNvSpPr>
            <a:spLocks noGrp="1"/>
          </p:cNvSpPr>
          <p:nvPr>
            <p:ph type="body" sz="quarter" idx="18"/>
          </p:nvPr>
        </p:nvSpPr>
        <p:spPr>
          <a:xfrm>
            <a:off x="344325" y="656079"/>
            <a:ext cx="11520000" cy="456535"/>
          </a:xfrm>
        </p:spPr>
        <p:txBody>
          <a:bodyPr lIns="0" rIns="0">
            <a:spAutoFit/>
          </a:bodyPr>
          <a:lstStyle>
            <a:lvl1pPr marL="185738" indent="-185738" fontAlgn="base" latinLnBrk="0">
              <a:lnSpc>
                <a:spcPct val="100000"/>
              </a:lnSpc>
              <a:spcBef>
                <a:spcPts val="488"/>
              </a:spcBef>
              <a:buSzPct val="90000"/>
              <a:buFont typeface="맑은 고딕" panose="020B0503020000020004" pitchFamily="50" charset="-127"/>
              <a:buChar char="■"/>
              <a:defRPr sz="1200">
                <a:solidFill>
                  <a:schemeClr val="tx1"/>
                </a:solidFill>
                <a:latin typeface="+mn-lt"/>
                <a:ea typeface="+mn-ea"/>
              </a:defRPr>
            </a:lvl1pPr>
            <a:lvl2pPr marL="367606" indent="-152202" fontAlgn="base" latinLnBrk="0">
              <a:lnSpc>
                <a:spcPct val="100000"/>
              </a:lnSpc>
              <a:spcBef>
                <a:spcPts val="488"/>
              </a:spcBef>
              <a:buSzPct val="90000"/>
              <a:buFont typeface="맑은 고딕" panose="020B0503020000020004" pitchFamily="50" charset="-127"/>
              <a:buChar char="-"/>
              <a:defRPr sz="1200">
                <a:solidFill>
                  <a:schemeClr val="tx1"/>
                </a:solidFill>
                <a:latin typeface="+mn-lt"/>
                <a:ea typeface="+mn-ea"/>
              </a:defRPr>
            </a:lvl2pPr>
            <a:lvl3pPr marL="928688" indent="-185738">
              <a:buSzPct val="90000"/>
              <a:buFont typeface="맑은 고딕" panose="020B0503020000020004" pitchFamily="50" charset="-127"/>
              <a:buChar char="■"/>
              <a:defRPr sz="1056"/>
            </a:lvl3pPr>
            <a:lvl4pPr marL="1300163" indent="-185738">
              <a:buSzPct val="90000"/>
              <a:buFont typeface="맑은 고딕" panose="020B0503020000020004" pitchFamily="50" charset="-127"/>
              <a:buChar char="■"/>
              <a:defRPr sz="1056"/>
            </a:lvl4pPr>
            <a:lvl5pPr marL="1671638" indent="-185738">
              <a:buSzPct val="90000"/>
              <a:buFont typeface="맑은 고딕" panose="020B0503020000020004" pitchFamily="50" charset="-127"/>
              <a:buChar char="■"/>
              <a:defRPr sz="1056"/>
            </a:lvl5pPr>
          </a:lstStyle>
          <a:p>
            <a:pPr lvl="0"/>
            <a:r>
              <a:rPr lang="ko-KR" altLang="en-US" dirty="0"/>
              <a:t>마스터 텍스트 스타일 편집</a:t>
            </a:r>
          </a:p>
          <a:p>
            <a:pPr lvl="1"/>
            <a:r>
              <a:rPr lang="ko-KR" altLang="en-US" dirty="0"/>
              <a:t>둘째 수준</a:t>
            </a:r>
          </a:p>
        </p:txBody>
      </p:sp>
      <p:sp>
        <p:nvSpPr>
          <p:cNvPr id="4" name="슬라이드 번호 개체 틀 5">
            <a:extLst>
              <a:ext uri="{FF2B5EF4-FFF2-40B4-BE49-F238E27FC236}">
                <a16:creationId xmlns:a16="http://schemas.microsoft.com/office/drawing/2014/main" id="{FC830045-0C46-42DB-8E1C-DEA496C669E4}"/>
              </a:ext>
            </a:extLst>
          </p:cNvPr>
          <p:cNvSpPr>
            <a:spLocks noGrp="1"/>
          </p:cNvSpPr>
          <p:nvPr>
            <p:ph type="sldNum" sz="quarter" idx="4"/>
          </p:nvPr>
        </p:nvSpPr>
        <p:spPr>
          <a:xfrm>
            <a:off x="5946120" y="6683195"/>
            <a:ext cx="299762" cy="138499"/>
          </a:xfrm>
          <a:prstGeom prst="rect">
            <a:avLst/>
          </a:prstGeom>
        </p:spPr>
        <p:txBody>
          <a:bodyPr wrap="none" lIns="0" tIns="0" rIns="0" bIns="0">
            <a:spAutoFit/>
          </a:bodyPr>
          <a:lstStyle>
            <a:lvl1pPr algn="ctr">
              <a:defRPr sz="900" baseline="0">
                <a:latin typeface="+mn-lt"/>
                <a:ea typeface="+mn-ea"/>
              </a:defRPr>
            </a:lvl1pPr>
          </a:lstStyle>
          <a:p>
            <a:pPr fontAlgn="base">
              <a:spcBef>
                <a:spcPct val="0"/>
              </a:spcBef>
              <a:spcAft>
                <a:spcPct val="0"/>
              </a:spcAft>
            </a:pPr>
            <a:fld id="{3BA00A7E-A86D-414A-A993-3B097F195F87}" type="slidenum">
              <a:rPr kumimoji="1" lang="ko-KR" altLang="en-US" smtClean="0">
                <a:solidFill>
                  <a:prstClr val="black"/>
                </a:solidFill>
              </a:rPr>
              <a:pPr fontAlgn="base">
                <a:spcBef>
                  <a:spcPct val="0"/>
                </a:spcBef>
                <a:spcAft>
                  <a:spcPct val="0"/>
                </a:spcAft>
              </a:pPr>
              <a:t>‹#›</a:t>
            </a:fld>
            <a:r>
              <a:rPr kumimoji="1" lang="ko-KR" altLang="en-US">
                <a:solidFill>
                  <a:prstClr val="black"/>
                </a:solidFill>
              </a:rPr>
              <a:t> </a:t>
            </a:r>
            <a:r>
              <a:rPr kumimoji="1" lang="en-US" altLang="ko-KR" dirty="0">
                <a:solidFill>
                  <a:prstClr val="black"/>
                </a:solidFill>
              </a:rPr>
              <a:t>/ 23</a:t>
            </a:r>
            <a:endParaRPr kumimoji="1" lang="ko-KR" altLang="en-US" dirty="0">
              <a:solidFill>
                <a:prstClr val="black"/>
              </a:solidFill>
            </a:endParaRPr>
          </a:p>
        </p:txBody>
      </p:sp>
    </p:spTree>
    <p:extLst>
      <p:ext uri="{BB962C8B-B14F-4D97-AF65-F5344CB8AC3E}">
        <p14:creationId xmlns:p14="http://schemas.microsoft.com/office/powerpoint/2010/main" val="360514114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a:xfrm>
            <a:off x="838200" y="365125"/>
            <a:ext cx="10515600" cy="1325563"/>
          </a:xfrm>
          <a:prstGeom prst="rect">
            <a:avLst/>
          </a:prstGeom>
        </p:spPr>
        <p:txBody>
          <a:bodyPr/>
          <a:lstStyle/>
          <a:p>
            <a:r>
              <a:rPr lang="ko-KR" altLang="en-US"/>
              <a:t>마스터 제목 스타일 편집</a:t>
            </a:r>
          </a:p>
        </p:txBody>
      </p:sp>
      <p:sp>
        <p:nvSpPr>
          <p:cNvPr id="3" name="내용 개체 틀 2"/>
          <p:cNvSpPr>
            <a:spLocks noGrp="1"/>
          </p:cNvSpPr>
          <p:nvPr>
            <p:ph idx="1"/>
          </p:nvPr>
        </p:nvSpPr>
        <p:spPr>
          <a:xfrm>
            <a:off x="838200" y="1825625"/>
            <a:ext cx="10515600" cy="4351338"/>
          </a:xfrm>
          <a:prstGeom prst="rect">
            <a:avLst/>
          </a:prstGeom>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a:xfrm>
            <a:off x="838200" y="6356350"/>
            <a:ext cx="2743200" cy="365125"/>
          </a:xfrm>
          <a:prstGeom prst="rect">
            <a:avLst/>
          </a:prstGeom>
        </p:spPr>
        <p:txBody>
          <a:bodyPr/>
          <a:lstStyle/>
          <a:p>
            <a:fld id="{6BF2C10F-AB2C-409F-9635-1486B30D32CD}" type="datetimeFigureOut">
              <a:rPr lang="ko-KR" altLang="en-US" smtClean="0">
                <a:solidFill>
                  <a:srgbClr val="000000"/>
                </a:solidFill>
              </a:rPr>
              <a:pPr/>
              <a:t>2025-06-05</a:t>
            </a:fld>
            <a:endParaRPr lang="ko-KR" altLang="en-US">
              <a:solidFill>
                <a:srgbClr val="000000"/>
              </a:solidFill>
            </a:endParaRPr>
          </a:p>
        </p:txBody>
      </p:sp>
      <p:sp>
        <p:nvSpPr>
          <p:cNvPr id="5" name="바닥글 개체 틀 4"/>
          <p:cNvSpPr>
            <a:spLocks noGrp="1"/>
          </p:cNvSpPr>
          <p:nvPr>
            <p:ph type="ftr" sz="quarter" idx="11"/>
          </p:nvPr>
        </p:nvSpPr>
        <p:spPr>
          <a:xfrm>
            <a:off x="4038600" y="6356350"/>
            <a:ext cx="4114800" cy="365125"/>
          </a:xfrm>
          <a:prstGeom prst="rect">
            <a:avLst/>
          </a:prstGeom>
        </p:spPr>
        <p:txBody>
          <a:bodyPr/>
          <a:lstStyle/>
          <a:p>
            <a:endParaRPr lang="ko-KR" altLang="en-US">
              <a:solidFill>
                <a:srgbClr val="000000"/>
              </a:solidFill>
            </a:endParaRPr>
          </a:p>
        </p:txBody>
      </p:sp>
      <p:sp>
        <p:nvSpPr>
          <p:cNvPr id="6" name="슬라이드 번호 개체 틀 5"/>
          <p:cNvSpPr>
            <a:spLocks noGrp="1"/>
          </p:cNvSpPr>
          <p:nvPr>
            <p:ph type="sldNum" sz="quarter" idx="12"/>
          </p:nvPr>
        </p:nvSpPr>
        <p:spPr>
          <a:xfrm>
            <a:off x="8610600" y="6356350"/>
            <a:ext cx="2743200" cy="365125"/>
          </a:xfrm>
          <a:prstGeom prst="rect">
            <a:avLst/>
          </a:prstGeom>
        </p:spPr>
        <p:txBody>
          <a:bodyPr/>
          <a:lstStyle/>
          <a:p>
            <a:fld id="{245C5F45-9B77-4C68-A7E2-06214CAABC6A}" type="slidenum">
              <a:rPr lang="ko-KR" altLang="en-US" smtClean="0">
                <a:solidFill>
                  <a:srgbClr val="000000"/>
                </a:solidFill>
              </a:rPr>
              <a:pPr/>
              <a:t>‹#›</a:t>
            </a:fld>
            <a:endParaRPr lang="ko-KR" altLang="en-US">
              <a:solidFill>
                <a:srgbClr val="000000"/>
              </a:solidFill>
            </a:endParaRPr>
          </a:p>
        </p:txBody>
      </p:sp>
    </p:spTree>
    <p:extLst>
      <p:ext uri="{BB962C8B-B14F-4D97-AF65-F5344CB8AC3E}">
        <p14:creationId xmlns:p14="http://schemas.microsoft.com/office/powerpoint/2010/main" val="15792681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190067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0576405"/>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1656071"/>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1727821"/>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2366664"/>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8674929"/>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내용">
    <p:spTree>
      <p:nvGrpSpPr>
        <p:cNvPr id="1" name=""/>
        <p:cNvGrpSpPr/>
        <p:nvPr/>
      </p:nvGrpSpPr>
      <p:grpSpPr>
        <a:xfrm>
          <a:off x="0" y="0"/>
          <a:ext cx="0" cy="0"/>
          <a:chOff x="0" y="0"/>
          <a:chExt cx="0" cy="0"/>
        </a:xfrm>
      </p:grpSpPr>
    </p:spTree>
    <p:extLst>
      <p:ext uri="{BB962C8B-B14F-4D97-AF65-F5344CB8AC3E}">
        <p14:creationId xmlns:p14="http://schemas.microsoft.com/office/powerpoint/2010/main" val="940960168"/>
      </p:ext>
    </p:extLst>
  </p:cSld>
  <p:clrMapOvr>
    <a:masterClrMapping/>
  </p:clrMapOvr>
  <p:hf hdr="0" ft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3.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2.xml"/><Relationship Id="rId1" Type="http://schemas.openxmlformats.org/officeDocument/2006/relationships/slideLayout" Target="../slideLayouts/slideLayout11.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5.xml"/><Relationship Id="rId7" Type="http://schemas.openxmlformats.org/officeDocument/2006/relationships/theme" Target="../theme/theme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21.xml"/></Relationships>
</file>

<file path=ppt/slideMasters/_rels/slideMaster8.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8.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27.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28.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29.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30.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31.xml"/></Relationships>
</file>

<file path=ppt/slideMasters/_rels/slideMaster14.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4" Type="http://schemas.openxmlformats.org/officeDocument/2006/relationships/theme" Target="../theme/theme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3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3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3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3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3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4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29C287E0-4058-487E-84C9-A2289590F107}"/>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rPr>
              <a:t>LGE Internal Use Only</a:t>
            </a:r>
            <a:endParaRPr lang="ko-KR"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3387561372"/>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 name="직사각형 4"/>
          <p:cNvSpPr/>
          <p:nvPr/>
        </p:nvSpPr>
        <p:spPr>
          <a:xfrm>
            <a:off x="5113307" y="134810"/>
            <a:ext cx="1957570" cy="285566"/>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dirty="0">
                <a:solidFill>
                  <a:srgbClr val="000000">
                    <a:lumMod val="65000"/>
                    <a:lumOff val="35000"/>
                  </a:srgbClr>
                </a:solidFill>
                <a:latin typeface="Arial Narrow" pitchFamily="34" charset="0"/>
              </a:rPr>
              <a:t>LGE Confidential</a:t>
            </a:r>
            <a:endParaRPr lang="ko-KR" altLang="en-US" sz="1300" dirty="0">
              <a:solidFill>
                <a:srgbClr val="000000">
                  <a:lumMod val="65000"/>
                  <a:lumOff val="35000"/>
                </a:srgbClr>
              </a:solidFill>
              <a:latin typeface="Arial Narrow" pitchFamily="34" charset="0"/>
            </a:endParaRPr>
          </a:p>
        </p:txBody>
      </p:sp>
      <p:sp>
        <p:nvSpPr>
          <p:cNvPr id="6" name="직사각형 5"/>
          <p:cNvSpPr/>
          <p:nvPr/>
        </p:nvSpPr>
        <p:spPr>
          <a:xfrm>
            <a:off x="15404" y="6599349"/>
            <a:ext cx="11752613" cy="312014"/>
          </a:xfrm>
          <a:prstGeom prst="rect">
            <a:avLst/>
          </a:prstGeom>
          <a:noFill/>
        </p:spPr>
        <p:txBody>
          <a:bodyPr wrap="square" lIns="95637" tIns="47818" rIns="95637" bIns="47818">
            <a:spAutoFit/>
          </a:bodyPr>
          <a:lstStyle/>
          <a:p>
            <a:pPr defTabSz="956365" fontAlgn="base">
              <a:spcBef>
                <a:spcPct val="0"/>
              </a:spcBef>
              <a:spcAft>
                <a:spcPct val="0"/>
              </a:spcAft>
            </a:pPr>
            <a:r>
              <a:rPr lang="en-US" altLang="ko-KR" sz="700" b="1" dirty="0">
                <a:solidFill>
                  <a:srgbClr val="000000"/>
                </a:solidFill>
                <a:latin typeface="Arial" panose="020B0604020202020204" pitchFamily="34" charset="0"/>
                <a:ea typeface="Tahoma" pitchFamily="34" charset="0"/>
                <a:cs typeface="Arial" panose="020B0604020202020204" pitchFamily="34" charset="0"/>
              </a:rPr>
              <a:t>* This material is for use in LG Electronics' internal training only. Use of this material for any other purpose is strictly prohibited. Do not use this material as POP or any other public display, as doing so may be against commercial law.  Used images are not owned by LGE. Conceptual images are used to explain. The measurement is a typical value. Measured values are for  LG’s internal  measurements using its own test methodology.</a:t>
            </a:r>
          </a:p>
        </p:txBody>
      </p:sp>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D000D62B-1F52-4491-8460-92B37EE8192D}"/>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ea typeface="돋움" pitchFamily="50" charset="-127"/>
                <a:cs typeface="Arial" pitchFamily="34" charset="0"/>
              </a:rPr>
              <a:t>LGE Internal Use Only</a:t>
            </a:r>
            <a:endParaRPr lang="ko-KR" altLang="en-US" sz="1200" dirty="0">
              <a:solidFill>
                <a:srgbClr val="000000"/>
              </a:solidFill>
              <a:latin typeface="Calibri" panose="020F0502020204030204" pitchFamily="34" charset="0"/>
              <a:ea typeface="돋움" pitchFamily="50" charset="-127"/>
              <a:cs typeface="Arial" pitchFamily="34" charset="0"/>
            </a:endParaRPr>
          </a:p>
        </p:txBody>
      </p:sp>
    </p:spTree>
    <p:extLst>
      <p:ext uri="{BB962C8B-B14F-4D97-AF65-F5344CB8AC3E}">
        <p14:creationId xmlns:p14="http://schemas.microsoft.com/office/powerpoint/2010/main" val="2480781656"/>
      </p:ext>
    </p:extLst>
  </p:cSld>
  <p:clrMap bg1="lt1" tx1="dk1" bg2="lt2" tx2="dk2" accent1="accent1" accent2="accent2" accent3="accent3" accent4="accent4" accent5="accent5" accent6="accent6" hlink="hlink" folHlink="folHlink"/>
  <p:sldLayoutIdLst>
    <p:sldLayoutId id="2147483677" r:id="rId1"/>
    <p:sldLayoutId id="2147483678" r:id="rId2"/>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36550" indent="-33655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38188" indent="-279400" algn="l" rtl="0" eaLnBrk="0" fontAlgn="base" latinLnBrk="1" hangingPunct="0">
        <a:spcBef>
          <a:spcPct val="20000"/>
        </a:spcBef>
        <a:spcAft>
          <a:spcPct val="0"/>
        </a:spcAft>
        <a:buChar char="–"/>
        <a:defRPr kumimoji="1" sz="2800">
          <a:solidFill>
            <a:schemeClr val="tx1"/>
          </a:solidFill>
          <a:latin typeface="+mn-lt"/>
          <a:ea typeface="+mn-ea"/>
        </a:defRPr>
      </a:lvl2pPr>
      <a:lvl3pPr marL="1136650" indent="-223838" algn="l" rtl="0" eaLnBrk="0" fontAlgn="base" latinLnBrk="1" hangingPunct="0">
        <a:spcBef>
          <a:spcPct val="20000"/>
        </a:spcBef>
        <a:spcAft>
          <a:spcPct val="0"/>
        </a:spcAft>
        <a:buChar char="•"/>
        <a:defRPr kumimoji="1" sz="2400">
          <a:solidFill>
            <a:schemeClr val="tx1"/>
          </a:solidFill>
          <a:latin typeface="+mn-lt"/>
          <a:ea typeface="+mn-ea"/>
        </a:defRPr>
      </a:lvl3pPr>
      <a:lvl4pPr marL="1592263" indent="-222250" algn="l" rtl="0" eaLnBrk="0" fontAlgn="base" latinLnBrk="1" hangingPunct="0">
        <a:spcBef>
          <a:spcPct val="20000"/>
        </a:spcBef>
        <a:spcAft>
          <a:spcPct val="0"/>
        </a:spcAft>
        <a:buChar char="–"/>
        <a:defRPr kumimoji="1" sz="2000">
          <a:solidFill>
            <a:schemeClr val="tx1"/>
          </a:solidFill>
          <a:latin typeface="+mn-lt"/>
          <a:ea typeface="+mn-ea"/>
        </a:defRPr>
      </a:lvl4pPr>
      <a:lvl5pPr marL="2049463" indent="-223838" algn="l" rtl="0" eaLnBrk="0" fontAlgn="base" latinLnBrk="1" hangingPunct="0">
        <a:spcBef>
          <a:spcPct val="20000"/>
        </a:spcBef>
        <a:spcAft>
          <a:spcPct val="0"/>
        </a:spcAft>
        <a:buChar char="»"/>
        <a:defRPr kumimoji="1" sz="2000">
          <a:solidFill>
            <a:schemeClr val="tx1"/>
          </a:solidFill>
          <a:latin typeface="+mn-lt"/>
          <a:ea typeface="+mn-ea"/>
        </a:defRPr>
      </a:lvl5pPr>
      <a:lvl6pPr marL="2506663" indent="-223838" algn="l" rtl="0" fontAlgn="base" latinLnBrk="1">
        <a:spcBef>
          <a:spcPct val="20000"/>
        </a:spcBef>
        <a:spcAft>
          <a:spcPct val="0"/>
        </a:spcAft>
        <a:buChar char="»"/>
        <a:defRPr kumimoji="1" sz="2000">
          <a:solidFill>
            <a:schemeClr val="tx1"/>
          </a:solidFill>
          <a:latin typeface="+mn-lt"/>
          <a:ea typeface="+mn-ea"/>
        </a:defRPr>
      </a:lvl6pPr>
      <a:lvl7pPr marL="2963863" indent="-223838" algn="l" rtl="0" fontAlgn="base" latinLnBrk="1">
        <a:spcBef>
          <a:spcPct val="20000"/>
        </a:spcBef>
        <a:spcAft>
          <a:spcPct val="0"/>
        </a:spcAft>
        <a:buChar char="»"/>
        <a:defRPr kumimoji="1" sz="2000">
          <a:solidFill>
            <a:schemeClr val="tx1"/>
          </a:solidFill>
          <a:latin typeface="+mn-lt"/>
          <a:ea typeface="+mn-ea"/>
        </a:defRPr>
      </a:lvl7pPr>
      <a:lvl8pPr marL="3421063" indent="-223838" algn="l" rtl="0" fontAlgn="base" latinLnBrk="1">
        <a:spcBef>
          <a:spcPct val="20000"/>
        </a:spcBef>
        <a:spcAft>
          <a:spcPct val="0"/>
        </a:spcAft>
        <a:buChar char="»"/>
        <a:defRPr kumimoji="1" sz="2000">
          <a:solidFill>
            <a:schemeClr val="tx1"/>
          </a:solidFill>
          <a:latin typeface="+mn-lt"/>
          <a:ea typeface="+mn-ea"/>
        </a:defRPr>
      </a:lvl8pPr>
      <a:lvl9pPr marL="3878263" indent="-223838"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Line 39"/>
          <p:cNvSpPr>
            <a:spLocks noChangeShapeType="1"/>
          </p:cNvSpPr>
          <p:nvPr userDrawn="1"/>
        </p:nvSpPr>
        <p:spPr bwMode="auto">
          <a:xfrm>
            <a:off x="1" y="512676"/>
            <a:ext cx="12192000" cy="0"/>
          </a:xfrm>
          <a:prstGeom prst="line">
            <a:avLst/>
          </a:prstGeom>
          <a:noFill/>
          <a:ln w="9525">
            <a:solidFill>
              <a:srgbClr val="000000"/>
            </a:solidFill>
            <a:round/>
            <a:headEnd/>
            <a:tailEnd/>
          </a:ln>
        </p:spPr>
        <p:txBody>
          <a:bodyPr lIns="91369" tIns="45687" rIns="91369" bIns="45687"/>
          <a:lstStyle/>
          <a:p>
            <a:pPr fontAlgn="base">
              <a:spcBef>
                <a:spcPct val="0"/>
              </a:spcBef>
              <a:spcAft>
                <a:spcPct val="0"/>
              </a:spcAft>
            </a:pPr>
            <a:endParaRPr kumimoji="1" lang="ko-KR" altLang="en-US" sz="1800">
              <a:solidFill>
                <a:prstClr val="black"/>
              </a:solidFill>
              <a:latin typeface="Arial" charset="0"/>
              <a:ea typeface="굴림" charset="-127"/>
            </a:endParaRPr>
          </a:p>
        </p:txBody>
      </p:sp>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1E0C7886-6813-488B-984F-91672B4AEF41}"/>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rPr>
              <a:t>LGE Internal Use Only</a:t>
            </a:r>
            <a:endParaRPr lang="ko-KR"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292861048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Lst>
  <p:txStyles>
    <p:titleStyle>
      <a:lvl1pPr algn="ctr" defTabSz="912813" rtl="0" fontAlgn="base" latinLnBrk="1">
        <a:spcBef>
          <a:spcPct val="0"/>
        </a:spcBef>
        <a:spcAft>
          <a:spcPct val="0"/>
        </a:spcAft>
        <a:defRPr sz="4400" kern="1200">
          <a:solidFill>
            <a:schemeClr val="tx1"/>
          </a:solidFill>
          <a:latin typeface="+mj-lt"/>
          <a:ea typeface="+mj-ea"/>
          <a:cs typeface="+mj-cs"/>
        </a:defRPr>
      </a:lvl1pPr>
      <a:lvl2pPr algn="ctr" defTabSz="912813" rtl="0" fontAlgn="base" latinLnBrk="1">
        <a:spcBef>
          <a:spcPct val="0"/>
        </a:spcBef>
        <a:spcAft>
          <a:spcPct val="0"/>
        </a:spcAft>
        <a:defRPr sz="4400">
          <a:solidFill>
            <a:schemeClr val="tx1"/>
          </a:solidFill>
          <a:latin typeface="맑은 고딕" pitchFamily="50" charset="-127"/>
          <a:ea typeface="맑은 고딕" pitchFamily="50" charset="-127"/>
        </a:defRPr>
      </a:lvl2pPr>
      <a:lvl3pPr algn="ctr" defTabSz="912813" rtl="0" fontAlgn="base" latinLnBrk="1">
        <a:spcBef>
          <a:spcPct val="0"/>
        </a:spcBef>
        <a:spcAft>
          <a:spcPct val="0"/>
        </a:spcAft>
        <a:defRPr sz="4400">
          <a:solidFill>
            <a:schemeClr val="tx1"/>
          </a:solidFill>
          <a:latin typeface="맑은 고딕" pitchFamily="50" charset="-127"/>
          <a:ea typeface="맑은 고딕" pitchFamily="50" charset="-127"/>
        </a:defRPr>
      </a:lvl3pPr>
      <a:lvl4pPr algn="ctr" defTabSz="912813" rtl="0" fontAlgn="base" latinLnBrk="1">
        <a:spcBef>
          <a:spcPct val="0"/>
        </a:spcBef>
        <a:spcAft>
          <a:spcPct val="0"/>
        </a:spcAft>
        <a:defRPr sz="4400">
          <a:solidFill>
            <a:schemeClr val="tx1"/>
          </a:solidFill>
          <a:latin typeface="맑은 고딕" pitchFamily="50" charset="-127"/>
          <a:ea typeface="맑은 고딕" pitchFamily="50" charset="-127"/>
        </a:defRPr>
      </a:lvl4pPr>
      <a:lvl5pPr algn="ctr" defTabSz="912813" rtl="0" fontAlgn="base" latinLnBrk="1">
        <a:spcBef>
          <a:spcPct val="0"/>
        </a:spcBef>
        <a:spcAft>
          <a:spcPct val="0"/>
        </a:spcAft>
        <a:defRPr sz="4400">
          <a:solidFill>
            <a:schemeClr val="tx1"/>
          </a:solidFill>
          <a:latin typeface="맑은 고딕" pitchFamily="50" charset="-127"/>
          <a:ea typeface="맑은 고딕" pitchFamily="50" charset="-127"/>
        </a:defRPr>
      </a:lvl5pPr>
      <a:lvl6pPr marL="457200" algn="ctr" defTabSz="912813" rtl="0" fontAlgn="base" latinLnBrk="1">
        <a:spcBef>
          <a:spcPct val="0"/>
        </a:spcBef>
        <a:spcAft>
          <a:spcPct val="0"/>
        </a:spcAft>
        <a:defRPr sz="4400">
          <a:solidFill>
            <a:schemeClr val="tx1"/>
          </a:solidFill>
          <a:latin typeface="맑은 고딕" pitchFamily="50" charset="-127"/>
          <a:ea typeface="맑은 고딕" pitchFamily="50" charset="-127"/>
        </a:defRPr>
      </a:lvl6pPr>
      <a:lvl7pPr marL="914400" algn="ctr" defTabSz="912813" rtl="0" fontAlgn="base" latinLnBrk="1">
        <a:spcBef>
          <a:spcPct val="0"/>
        </a:spcBef>
        <a:spcAft>
          <a:spcPct val="0"/>
        </a:spcAft>
        <a:defRPr sz="4400">
          <a:solidFill>
            <a:schemeClr val="tx1"/>
          </a:solidFill>
          <a:latin typeface="맑은 고딕" pitchFamily="50" charset="-127"/>
          <a:ea typeface="맑은 고딕" pitchFamily="50" charset="-127"/>
        </a:defRPr>
      </a:lvl7pPr>
      <a:lvl8pPr marL="1371600" algn="ctr" defTabSz="912813" rtl="0" fontAlgn="base" latinLnBrk="1">
        <a:spcBef>
          <a:spcPct val="0"/>
        </a:spcBef>
        <a:spcAft>
          <a:spcPct val="0"/>
        </a:spcAft>
        <a:defRPr sz="4400">
          <a:solidFill>
            <a:schemeClr val="tx1"/>
          </a:solidFill>
          <a:latin typeface="맑은 고딕" pitchFamily="50" charset="-127"/>
          <a:ea typeface="맑은 고딕" pitchFamily="50" charset="-127"/>
        </a:defRPr>
      </a:lvl8pPr>
      <a:lvl9pPr marL="1828800" algn="ctr" defTabSz="912813" rtl="0" fontAlgn="base" latinLnBrk="1">
        <a:spcBef>
          <a:spcPct val="0"/>
        </a:spcBef>
        <a:spcAft>
          <a:spcPct val="0"/>
        </a:spcAft>
        <a:defRPr sz="4400">
          <a:solidFill>
            <a:schemeClr val="tx1"/>
          </a:solidFill>
          <a:latin typeface="맑은 고딕" pitchFamily="50" charset="-127"/>
          <a:ea typeface="맑은 고딕" pitchFamily="50" charset="-127"/>
        </a:defRPr>
      </a:lvl9pPr>
    </p:titleStyle>
    <p:bodyStyle>
      <a:lvl1pPr marL="341313" indent="-341313" algn="l" defTabSz="912813" rtl="0" fontAlgn="base" latinLnBrk="1">
        <a:spcBef>
          <a:spcPct val="20000"/>
        </a:spcBef>
        <a:spcAft>
          <a:spcPct val="0"/>
        </a:spcAft>
        <a:buFont typeface="Arial" charset="0"/>
        <a:buChar char="•"/>
        <a:defRPr sz="3200" kern="1200">
          <a:solidFill>
            <a:schemeClr val="tx1"/>
          </a:solidFill>
          <a:latin typeface="+mn-lt"/>
          <a:ea typeface="+mn-ea"/>
          <a:cs typeface="+mn-cs"/>
        </a:defRPr>
      </a:lvl1pPr>
      <a:lvl2pPr marL="741363" indent="-284163" algn="l" defTabSz="912813" rtl="0" fontAlgn="base" latinLnBrk="1">
        <a:spcBef>
          <a:spcPct val="20000"/>
        </a:spcBef>
        <a:spcAft>
          <a:spcPct val="0"/>
        </a:spcAft>
        <a:buFont typeface="Arial" charset="0"/>
        <a:buChar char="–"/>
        <a:defRPr sz="2800" kern="1200">
          <a:solidFill>
            <a:schemeClr val="tx1"/>
          </a:solidFill>
          <a:latin typeface="+mn-lt"/>
          <a:ea typeface="+mn-ea"/>
          <a:cs typeface="+mn-cs"/>
        </a:defRPr>
      </a:lvl2pPr>
      <a:lvl3pPr marL="1141413" indent="-227013" algn="l" defTabSz="912813" rtl="0" fontAlgn="base" latinLnBrk="1">
        <a:spcBef>
          <a:spcPct val="20000"/>
        </a:spcBef>
        <a:spcAft>
          <a:spcPct val="0"/>
        </a:spcAft>
        <a:buFont typeface="Arial" charset="0"/>
        <a:buChar char="•"/>
        <a:defRPr sz="2400" kern="1200">
          <a:solidFill>
            <a:schemeClr val="tx1"/>
          </a:solidFill>
          <a:latin typeface="+mn-lt"/>
          <a:ea typeface="+mn-ea"/>
          <a:cs typeface="+mn-cs"/>
        </a:defRPr>
      </a:lvl3pPr>
      <a:lvl4pPr marL="1597025" indent="-227013" algn="l" defTabSz="912813" rtl="0" fontAlgn="base" latinLnBrk="1">
        <a:spcBef>
          <a:spcPct val="20000"/>
        </a:spcBef>
        <a:spcAft>
          <a:spcPct val="0"/>
        </a:spcAft>
        <a:buFont typeface="Arial" charset="0"/>
        <a:buChar char="–"/>
        <a:defRPr sz="2000" kern="1200">
          <a:solidFill>
            <a:schemeClr val="tx1"/>
          </a:solidFill>
          <a:latin typeface="+mn-lt"/>
          <a:ea typeface="+mn-ea"/>
          <a:cs typeface="+mn-cs"/>
        </a:defRPr>
      </a:lvl4pPr>
      <a:lvl5pPr marL="2054225" indent="-227013" algn="l" defTabSz="912813" rtl="0" fontAlgn="base" latinLnBrk="1">
        <a:spcBef>
          <a:spcPct val="20000"/>
        </a:spcBef>
        <a:spcAft>
          <a:spcPct val="0"/>
        </a:spcAft>
        <a:buFont typeface="Arial" charset="0"/>
        <a:buChar char="»"/>
        <a:defRPr sz="2000" kern="1200">
          <a:solidFill>
            <a:schemeClr val="tx1"/>
          </a:solidFill>
          <a:latin typeface="+mn-lt"/>
          <a:ea typeface="+mn-ea"/>
          <a:cs typeface="+mn-cs"/>
        </a:defRPr>
      </a:lvl5pPr>
      <a:lvl6pPr marL="2511846" indent="-228350" algn="l" defTabSz="913402"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68553" indent="-228350" algn="l" defTabSz="913402"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5248" indent="-228350" algn="l" defTabSz="913402"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1948" indent="-228350" algn="l" defTabSz="913402"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3402" rtl="0" eaLnBrk="1" latinLnBrk="1" hangingPunct="1">
        <a:defRPr sz="1700" kern="1200">
          <a:solidFill>
            <a:schemeClr val="tx1"/>
          </a:solidFill>
          <a:latin typeface="+mn-lt"/>
          <a:ea typeface="+mn-ea"/>
          <a:cs typeface="+mn-cs"/>
        </a:defRPr>
      </a:lvl1pPr>
      <a:lvl2pPr marL="456701" algn="l" defTabSz="913402" rtl="0" eaLnBrk="1" latinLnBrk="1" hangingPunct="1">
        <a:defRPr sz="1700" kern="1200">
          <a:solidFill>
            <a:schemeClr val="tx1"/>
          </a:solidFill>
          <a:latin typeface="+mn-lt"/>
          <a:ea typeface="+mn-ea"/>
          <a:cs typeface="+mn-cs"/>
        </a:defRPr>
      </a:lvl2pPr>
      <a:lvl3pPr marL="913402" algn="l" defTabSz="913402" rtl="0" eaLnBrk="1" latinLnBrk="1" hangingPunct="1">
        <a:defRPr sz="1700" kern="1200">
          <a:solidFill>
            <a:schemeClr val="tx1"/>
          </a:solidFill>
          <a:latin typeface="+mn-lt"/>
          <a:ea typeface="+mn-ea"/>
          <a:cs typeface="+mn-cs"/>
        </a:defRPr>
      </a:lvl3pPr>
      <a:lvl4pPr marL="1370098" algn="l" defTabSz="913402" rtl="0" eaLnBrk="1" latinLnBrk="1" hangingPunct="1">
        <a:defRPr sz="1700" kern="1200">
          <a:solidFill>
            <a:schemeClr val="tx1"/>
          </a:solidFill>
          <a:latin typeface="+mn-lt"/>
          <a:ea typeface="+mn-ea"/>
          <a:cs typeface="+mn-cs"/>
        </a:defRPr>
      </a:lvl4pPr>
      <a:lvl5pPr marL="1826801" algn="l" defTabSz="913402" rtl="0" eaLnBrk="1" latinLnBrk="1" hangingPunct="1">
        <a:defRPr sz="1700" kern="1200">
          <a:solidFill>
            <a:schemeClr val="tx1"/>
          </a:solidFill>
          <a:latin typeface="+mn-lt"/>
          <a:ea typeface="+mn-ea"/>
          <a:cs typeface="+mn-cs"/>
        </a:defRPr>
      </a:lvl5pPr>
      <a:lvl6pPr marL="2283499" algn="l" defTabSz="913402" rtl="0" eaLnBrk="1" latinLnBrk="1" hangingPunct="1">
        <a:defRPr sz="1700" kern="1200">
          <a:solidFill>
            <a:schemeClr val="tx1"/>
          </a:solidFill>
          <a:latin typeface="+mn-lt"/>
          <a:ea typeface="+mn-ea"/>
          <a:cs typeface="+mn-cs"/>
        </a:defRPr>
      </a:lvl6pPr>
      <a:lvl7pPr marL="2740199" algn="l" defTabSz="913402" rtl="0" eaLnBrk="1" latinLnBrk="1" hangingPunct="1">
        <a:defRPr sz="1700" kern="1200">
          <a:solidFill>
            <a:schemeClr val="tx1"/>
          </a:solidFill>
          <a:latin typeface="+mn-lt"/>
          <a:ea typeface="+mn-ea"/>
          <a:cs typeface="+mn-cs"/>
        </a:defRPr>
      </a:lvl7pPr>
      <a:lvl8pPr marL="3196900" algn="l" defTabSz="913402" rtl="0" eaLnBrk="1" latinLnBrk="1" hangingPunct="1">
        <a:defRPr sz="1700" kern="1200">
          <a:solidFill>
            <a:schemeClr val="tx1"/>
          </a:solidFill>
          <a:latin typeface="+mn-lt"/>
          <a:ea typeface="+mn-ea"/>
          <a:cs typeface="+mn-cs"/>
        </a:defRPr>
      </a:lvl8pPr>
      <a:lvl9pPr marL="3653598" algn="l" defTabSz="913402" rtl="0" eaLnBrk="1" latinLnBrk="1" hangingPunct="1">
        <a:defRPr sz="17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Line 14"/>
          <p:cNvSpPr>
            <a:spLocks noChangeShapeType="1"/>
          </p:cNvSpPr>
          <p:nvPr/>
        </p:nvSpPr>
        <p:spPr bwMode="auto">
          <a:xfrm>
            <a:off x="1" y="534987"/>
            <a:ext cx="12192000"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lIns="91429" tIns="45714" rIns="91429" bIns="45714"/>
          <a:lstStyle/>
          <a:p>
            <a:pPr defTabSz="914285" fontAlgn="base">
              <a:spcBef>
                <a:spcPct val="0"/>
              </a:spcBef>
              <a:spcAft>
                <a:spcPct val="0"/>
              </a:spcAft>
            </a:pPr>
            <a:endParaRPr kumimoji="1" lang="ko-KR" altLang="en-US" sz="1300" b="1" dirty="0">
              <a:solidFill>
                <a:srgbClr val="000000"/>
              </a:solidFill>
              <a:ea typeface="LG스마트체 Regular" panose="020B0600000101010101" pitchFamily="50" charset="-127"/>
            </a:endParaRPr>
          </a:p>
        </p:txBody>
      </p:sp>
      <p:sp>
        <p:nvSpPr>
          <p:cNvPr id="5" name="직사각형 4"/>
          <p:cNvSpPr/>
          <p:nvPr userDrawn="1"/>
        </p:nvSpPr>
        <p:spPr>
          <a:xfrm>
            <a:off x="5113307" y="134810"/>
            <a:ext cx="1957570" cy="285566"/>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dirty="0">
                <a:solidFill>
                  <a:srgbClr val="000000">
                    <a:lumMod val="65000"/>
                    <a:lumOff val="35000"/>
                  </a:srgbClr>
                </a:solidFill>
              </a:rPr>
              <a:t>LGE Internal Use Only</a:t>
            </a:r>
            <a:endParaRPr lang="ko-KR" altLang="en-US" sz="1300" dirty="0">
              <a:solidFill>
                <a:srgbClr val="000000">
                  <a:lumMod val="65000"/>
                  <a:lumOff val="35000"/>
                </a:srgbClr>
              </a:solidFill>
            </a:endParaRPr>
          </a:p>
        </p:txBody>
      </p:sp>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022C6DA1-D716-4139-8F2B-B5414773278A}"/>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lnSpc>
                <a:spcPct val="120000"/>
              </a:lnSpc>
              <a:spcBef>
                <a:spcPts val="0"/>
              </a:spcBef>
              <a:spcAft>
                <a:spcPts val="0"/>
              </a:spcAft>
            </a:pPr>
            <a:r>
              <a:rPr lang="en-US" altLang="ko-KR" sz="1200" i="1" u="sng">
                <a:solidFill>
                  <a:srgbClr val="000000"/>
                </a:solidFill>
                <a:latin typeface="Calibri" panose="020F0502020204030204" pitchFamily="34" charset="0"/>
                <a:ea typeface="LG스마트체 Regular" panose="020B0600000101010101" pitchFamily="50" charset="-127"/>
              </a:rPr>
              <a:t>LGE Internal Use Only</a:t>
            </a:r>
            <a:endParaRPr lang="ko-KR" altLang="en-US" sz="1200" i="1" u="sng">
              <a:solidFill>
                <a:srgbClr val="000000"/>
              </a:solidFill>
              <a:latin typeface="Calibri" panose="020F0502020204030204" pitchFamily="34" charset="0"/>
              <a:ea typeface="LG스마트체 Regular" panose="020B0600000101010101" pitchFamily="50" charset="-127"/>
            </a:endParaRPr>
          </a:p>
        </p:txBody>
      </p:sp>
    </p:spTree>
    <p:extLst>
      <p:ext uri="{BB962C8B-B14F-4D97-AF65-F5344CB8AC3E}">
        <p14:creationId xmlns:p14="http://schemas.microsoft.com/office/powerpoint/2010/main" val="2870308913"/>
      </p:ext>
    </p:extLst>
  </p:cSld>
  <p:clrMap bg1="lt1" tx1="dk1" bg2="lt2" tx2="dk2" accent1="accent1" accent2="accent2" accent3="accent3" accent4="accent4" accent5="accent5" accent6="accent6" hlink="hlink" folHlink="folHlink"/>
  <p:sldLayoutIdLst>
    <p:sldLayoutId id="2147483701" r:id="rId1"/>
    <p:sldLayoutId id="2147483702" r:id="rId2"/>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198"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395"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592"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789"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36549" indent="-336549"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38183" indent="-279399" algn="l" rtl="0" eaLnBrk="0" fontAlgn="base" latinLnBrk="1" hangingPunct="0">
        <a:spcBef>
          <a:spcPct val="20000"/>
        </a:spcBef>
        <a:spcAft>
          <a:spcPct val="0"/>
        </a:spcAft>
        <a:buChar char="–"/>
        <a:defRPr kumimoji="1" sz="2800">
          <a:solidFill>
            <a:schemeClr val="tx1"/>
          </a:solidFill>
          <a:latin typeface="+mn-lt"/>
          <a:ea typeface="+mn-ea"/>
        </a:defRPr>
      </a:lvl2pPr>
      <a:lvl3pPr marL="1136644" indent="-223837" algn="l" rtl="0" eaLnBrk="0" fontAlgn="base" latinLnBrk="1" hangingPunct="0">
        <a:spcBef>
          <a:spcPct val="20000"/>
        </a:spcBef>
        <a:spcAft>
          <a:spcPct val="0"/>
        </a:spcAft>
        <a:buChar char="•"/>
        <a:defRPr kumimoji="1" sz="2400">
          <a:solidFill>
            <a:schemeClr val="tx1"/>
          </a:solidFill>
          <a:latin typeface="+mn-lt"/>
          <a:ea typeface="+mn-ea"/>
        </a:defRPr>
      </a:lvl3pPr>
      <a:lvl4pPr marL="1592254" indent="-222249" algn="l" rtl="0" eaLnBrk="0" fontAlgn="base" latinLnBrk="1" hangingPunct="0">
        <a:spcBef>
          <a:spcPct val="20000"/>
        </a:spcBef>
        <a:spcAft>
          <a:spcPct val="0"/>
        </a:spcAft>
        <a:buChar char="–"/>
        <a:defRPr kumimoji="1" sz="2000">
          <a:solidFill>
            <a:schemeClr val="tx1"/>
          </a:solidFill>
          <a:latin typeface="+mn-lt"/>
          <a:ea typeface="+mn-ea"/>
        </a:defRPr>
      </a:lvl4pPr>
      <a:lvl5pPr marL="2049451" indent="-223837" algn="l" rtl="0" eaLnBrk="0" fontAlgn="base" latinLnBrk="1" hangingPunct="0">
        <a:spcBef>
          <a:spcPct val="20000"/>
        </a:spcBef>
        <a:spcAft>
          <a:spcPct val="0"/>
        </a:spcAft>
        <a:buChar char="»"/>
        <a:defRPr kumimoji="1" sz="2000">
          <a:solidFill>
            <a:schemeClr val="tx1"/>
          </a:solidFill>
          <a:latin typeface="+mn-lt"/>
          <a:ea typeface="+mn-ea"/>
        </a:defRPr>
      </a:lvl5pPr>
      <a:lvl6pPr marL="2506649" indent="-223837" algn="l" rtl="0" fontAlgn="base" latinLnBrk="1">
        <a:spcBef>
          <a:spcPct val="20000"/>
        </a:spcBef>
        <a:spcAft>
          <a:spcPct val="0"/>
        </a:spcAft>
        <a:buChar char="»"/>
        <a:defRPr kumimoji="1" sz="2000">
          <a:solidFill>
            <a:schemeClr val="tx1"/>
          </a:solidFill>
          <a:latin typeface="+mn-lt"/>
          <a:ea typeface="+mn-ea"/>
        </a:defRPr>
      </a:lvl6pPr>
      <a:lvl7pPr marL="2963845" indent="-223837" algn="l" rtl="0" fontAlgn="base" latinLnBrk="1">
        <a:spcBef>
          <a:spcPct val="20000"/>
        </a:spcBef>
        <a:spcAft>
          <a:spcPct val="0"/>
        </a:spcAft>
        <a:buChar char="»"/>
        <a:defRPr kumimoji="1" sz="2000">
          <a:solidFill>
            <a:schemeClr val="tx1"/>
          </a:solidFill>
          <a:latin typeface="+mn-lt"/>
          <a:ea typeface="+mn-ea"/>
        </a:defRPr>
      </a:lvl7pPr>
      <a:lvl8pPr marL="3421043" indent="-223837" algn="l" rtl="0" fontAlgn="base" latinLnBrk="1">
        <a:spcBef>
          <a:spcPct val="20000"/>
        </a:spcBef>
        <a:spcAft>
          <a:spcPct val="0"/>
        </a:spcAft>
        <a:buChar char="»"/>
        <a:defRPr kumimoji="1" sz="2000">
          <a:solidFill>
            <a:schemeClr val="tx1"/>
          </a:solidFill>
          <a:latin typeface="+mn-lt"/>
          <a:ea typeface="+mn-ea"/>
        </a:defRPr>
      </a:lvl8pPr>
      <a:lvl9pPr marL="3878240" indent="-223837"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395" rtl="0" eaLnBrk="1" latinLnBrk="1" hangingPunct="1">
        <a:defRPr sz="1799" kern="1200">
          <a:solidFill>
            <a:schemeClr val="tx1"/>
          </a:solidFill>
          <a:latin typeface="+mn-lt"/>
          <a:ea typeface="+mn-ea"/>
          <a:cs typeface="+mn-cs"/>
        </a:defRPr>
      </a:lvl1pPr>
      <a:lvl2pPr marL="457198" algn="l" defTabSz="914395" rtl="0" eaLnBrk="1" latinLnBrk="1" hangingPunct="1">
        <a:defRPr sz="1799" kern="1200">
          <a:solidFill>
            <a:schemeClr val="tx1"/>
          </a:solidFill>
          <a:latin typeface="+mn-lt"/>
          <a:ea typeface="+mn-ea"/>
          <a:cs typeface="+mn-cs"/>
        </a:defRPr>
      </a:lvl2pPr>
      <a:lvl3pPr marL="914395" algn="l" defTabSz="914395" rtl="0" eaLnBrk="1" latinLnBrk="1" hangingPunct="1">
        <a:defRPr sz="1799" kern="1200">
          <a:solidFill>
            <a:schemeClr val="tx1"/>
          </a:solidFill>
          <a:latin typeface="+mn-lt"/>
          <a:ea typeface="+mn-ea"/>
          <a:cs typeface="+mn-cs"/>
        </a:defRPr>
      </a:lvl3pPr>
      <a:lvl4pPr marL="1371592" algn="l" defTabSz="914395" rtl="0" eaLnBrk="1" latinLnBrk="1" hangingPunct="1">
        <a:defRPr sz="1799" kern="1200">
          <a:solidFill>
            <a:schemeClr val="tx1"/>
          </a:solidFill>
          <a:latin typeface="+mn-lt"/>
          <a:ea typeface="+mn-ea"/>
          <a:cs typeface="+mn-cs"/>
        </a:defRPr>
      </a:lvl4pPr>
      <a:lvl5pPr marL="1828789" algn="l" defTabSz="914395" rtl="0" eaLnBrk="1" latinLnBrk="1" hangingPunct="1">
        <a:defRPr sz="1799" kern="1200">
          <a:solidFill>
            <a:schemeClr val="tx1"/>
          </a:solidFill>
          <a:latin typeface="+mn-lt"/>
          <a:ea typeface="+mn-ea"/>
          <a:cs typeface="+mn-cs"/>
        </a:defRPr>
      </a:lvl5pPr>
      <a:lvl6pPr marL="2285987" algn="l" defTabSz="914395" rtl="0" eaLnBrk="1" latinLnBrk="1" hangingPunct="1">
        <a:defRPr sz="1799" kern="1200">
          <a:solidFill>
            <a:schemeClr val="tx1"/>
          </a:solidFill>
          <a:latin typeface="+mn-lt"/>
          <a:ea typeface="+mn-ea"/>
          <a:cs typeface="+mn-cs"/>
        </a:defRPr>
      </a:lvl6pPr>
      <a:lvl7pPr marL="2743184" algn="l" defTabSz="914395" rtl="0" eaLnBrk="1" latinLnBrk="1" hangingPunct="1">
        <a:defRPr sz="1799" kern="1200">
          <a:solidFill>
            <a:schemeClr val="tx1"/>
          </a:solidFill>
          <a:latin typeface="+mn-lt"/>
          <a:ea typeface="+mn-ea"/>
          <a:cs typeface="+mn-cs"/>
        </a:defRPr>
      </a:lvl7pPr>
      <a:lvl8pPr marL="3200382" algn="l" defTabSz="914395" rtl="0" eaLnBrk="1" latinLnBrk="1" hangingPunct="1">
        <a:defRPr sz="1799" kern="1200">
          <a:solidFill>
            <a:schemeClr val="tx1"/>
          </a:solidFill>
          <a:latin typeface="+mn-lt"/>
          <a:ea typeface="+mn-ea"/>
          <a:cs typeface="+mn-cs"/>
        </a:defRPr>
      </a:lvl8pPr>
      <a:lvl9pPr marL="3657579" algn="l" defTabSz="914395" rtl="0" eaLnBrk="1" latinLnBrk="1" hangingPunct="1">
        <a:defRPr sz="1799"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6AE50BCE-65B2-4E0B-9312-233EFEF57587}"/>
              </a:ext>
            </a:extLst>
          </p:cNvPr>
          <p:cNvSpPr txBox="1"/>
          <p:nvPr userDrawn="1"/>
        </p:nvSpPr>
        <p:spPr>
          <a:xfrm>
            <a:off x="5257224" y="0"/>
            <a:ext cx="1677551" cy="296525"/>
          </a:xfrm>
          <a:prstGeom prst="rect">
            <a:avLst/>
          </a:prstGeom>
          <a:noFill/>
          <a:extLst>
            <a:ext uri="{909E8E84-426E-40DD-AFC4-6F175D3DCCD1}">
              <a14:hiddenFill xmlns:a14="http://schemas.microsoft.com/office/drawing/2010/main">
                <a:solidFill>
                  <a:srgbClr val="FFFF00"/>
                </a:solidFill>
              </a14:hiddenFill>
            </a:ext>
          </a:extLst>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ea typeface="LG스마트체 Regular" panose="020B0600000101010101" pitchFamily="50" charset="-127"/>
              </a:rPr>
              <a:t>LGE Internal Use Only</a:t>
            </a:r>
            <a:endParaRPr lang="ko-KR" altLang="en-US" sz="1200">
              <a:solidFill>
                <a:srgbClr val="000000"/>
              </a:solidFill>
              <a:latin typeface="Calibri" panose="020F0502020204030204" pitchFamily="34" charset="0"/>
              <a:ea typeface="LG스마트체 Regular" panose="020B0600000101010101" pitchFamily="50" charset="-127"/>
            </a:endParaRPr>
          </a:p>
        </p:txBody>
      </p:sp>
    </p:spTree>
    <p:extLst>
      <p:ext uri="{BB962C8B-B14F-4D97-AF65-F5344CB8AC3E}">
        <p14:creationId xmlns:p14="http://schemas.microsoft.com/office/powerpoint/2010/main" val="3660299375"/>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10" r:id="rId5"/>
    <p:sldLayoutId id="2147483711" r:id="rId6"/>
  </p:sldLayoutIdLst>
  <p:hf hdr="0" ftr="0" dt="0"/>
  <p:txStyles>
    <p:title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defRPr kumimoji="1" sz="1600" b="1">
          <a:solidFill>
            <a:schemeClr val="tx1"/>
          </a:solidFill>
          <a:latin typeface="+mn-lt"/>
          <a:ea typeface="+mn-ea"/>
          <a:cs typeface="+mn-cs"/>
        </a:defRPr>
      </a:lvl1pPr>
      <a:lvl2pPr marL="742950" indent="-285750" algn="l" rtl="0" eaLnBrk="0" fontAlgn="base" latinLnBrk="1" hangingPunct="0">
        <a:spcBef>
          <a:spcPct val="20000"/>
        </a:spcBef>
        <a:spcAft>
          <a:spcPct val="0"/>
        </a:spcAft>
        <a:defRPr kumimoji="1" sz="1200" b="1">
          <a:solidFill>
            <a:schemeClr val="tx1"/>
          </a:solidFill>
          <a:latin typeface="+mn-lt"/>
          <a:ea typeface="+mn-ea"/>
        </a:defRPr>
      </a:lvl2pPr>
      <a:lvl3pPr marL="1143000" indent="-228600" algn="l" rtl="0" eaLnBrk="0" fontAlgn="base" latinLnBrk="1" hangingPunct="0">
        <a:spcBef>
          <a:spcPct val="20000"/>
        </a:spcBef>
        <a:spcAft>
          <a:spcPct val="0"/>
        </a:spcAft>
        <a:defRPr kumimoji="1" sz="1200" b="1">
          <a:solidFill>
            <a:schemeClr val="tx1"/>
          </a:solidFill>
          <a:latin typeface="+mn-lt"/>
          <a:ea typeface="+mn-ea"/>
        </a:defRPr>
      </a:lvl3pPr>
      <a:lvl4pPr marL="1600200" indent="-228600" algn="l" rtl="0" eaLnBrk="0" fontAlgn="base" latinLnBrk="1" hangingPunct="0">
        <a:spcBef>
          <a:spcPct val="20000"/>
        </a:spcBef>
        <a:spcAft>
          <a:spcPct val="0"/>
        </a:spcAft>
        <a:defRPr kumimoji="1" sz="1200" b="1">
          <a:solidFill>
            <a:schemeClr val="tx1"/>
          </a:solidFill>
          <a:latin typeface="+mn-lt"/>
          <a:ea typeface="+mn-ea"/>
        </a:defRPr>
      </a:lvl4pPr>
      <a:lvl5pPr marL="2057400" indent="-228600" algn="l" rtl="0" eaLnBrk="0" fontAlgn="base" latinLnBrk="1" hangingPunct="0">
        <a:spcBef>
          <a:spcPct val="20000"/>
        </a:spcBef>
        <a:spcAft>
          <a:spcPct val="0"/>
        </a:spcAft>
        <a:defRPr kumimoji="1" sz="1200" b="1">
          <a:solidFill>
            <a:schemeClr val="tx1"/>
          </a:solidFill>
          <a:latin typeface="+mn-lt"/>
          <a:ea typeface="+mn-ea"/>
        </a:defRPr>
      </a:lvl5pPr>
      <a:lvl6pPr marL="2514600" indent="-228600" algn="l" rtl="0" fontAlgn="base" latinLnBrk="1">
        <a:spcBef>
          <a:spcPct val="20000"/>
        </a:spcBef>
        <a:spcAft>
          <a:spcPct val="0"/>
        </a:spcAft>
        <a:defRPr kumimoji="1" sz="1200" b="1">
          <a:solidFill>
            <a:schemeClr val="tx1"/>
          </a:solidFill>
          <a:latin typeface="+mn-lt"/>
          <a:ea typeface="+mn-ea"/>
        </a:defRPr>
      </a:lvl6pPr>
      <a:lvl7pPr marL="2971800" indent="-228600" algn="l" rtl="0" fontAlgn="base" latinLnBrk="1">
        <a:spcBef>
          <a:spcPct val="20000"/>
        </a:spcBef>
        <a:spcAft>
          <a:spcPct val="0"/>
        </a:spcAft>
        <a:defRPr kumimoji="1" sz="1200" b="1">
          <a:solidFill>
            <a:schemeClr val="tx1"/>
          </a:solidFill>
          <a:latin typeface="+mn-lt"/>
          <a:ea typeface="+mn-ea"/>
        </a:defRPr>
      </a:lvl7pPr>
      <a:lvl8pPr marL="3429000" indent="-228600" algn="l" rtl="0" fontAlgn="base" latinLnBrk="1">
        <a:spcBef>
          <a:spcPct val="20000"/>
        </a:spcBef>
        <a:spcAft>
          <a:spcPct val="0"/>
        </a:spcAft>
        <a:defRPr kumimoji="1" sz="1200" b="1">
          <a:solidFill>
            <a:schemeClr val="tx1"/>
          </a:solidFill>
          <a:latin typeface="+mn-lt"/>
          <a:ea typeface="+mn-ea"/>
        </a:defRPr>
      </a:lvl8pPr>
      <a:lvl9pPr marL="3886200" indent="-228600" algn="l" rtl="0" fontAlgn="base" latinLnBrk="1">
        <a:spcBef>
          <a:spcPct val="20000"/>
        </a:spcBef>
        <a:spcAft>
          <a:spcPct val="0"/>
        </a:spcAft>
        <a:defRPr kumimoji="1" sz="1200" b="1">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Line 14"/>
          <p:cNvSpPr>
            <a:spLocks noChangeShapeType="1"/>
          </p:cNvSpPr>
          <p:nvPr/>
        </p:nvSpPr>
        <p:spPr bwMode="auto">
          <a:xfrm>
            <a:off x="1" y="534987"/>
            <a:ext cx="12192000"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lIns="91429" tIns="45714" rIns="91429" bIns="45714"/>
          <a:lstStyle/>
          <a:p>
            <a:pPr defTabSz="914285" fontAlgn="base">
              <a:spcBef>
                <a:spcPct val="0"/>
              </a:spcBef>
              <a:spcAft>
                <a:spcPct val="0"/>
              </a:spcAft>
            </a:pPr>
            <a:endParaRPr kumimoji="1" lang="ko-KR" altLang="en-US" sz="1300" b="1" dirty="0">
              <a:solidFill>
                <a:srgbClr val="000000"/>
              </a:solidFill>
              <a:ea typeface="LG스마트체 Regular" panose="020B0600000101010101" pitchFamily="50" charset="-127"/>
            </a:endParaRPr>
          </a:p>
        </p:txBody>
      </p:sp>
      <p:sp>
        <p:nvSpPr>
          <p:cNvPr id="5" name="직사각형 4"/>
          <p:cNvSpPr/>
          <p:nvPr userDrawn="1"/>
        </p:nvSpPr>
        <p:spPr>
          <a:xfrm>
            <a:off x="5113307" y="134810"/>
            <a:ext cx="1957570" cy="285566"/>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dirty="0">
                <a:solidFill>
                  <a:srgbClr val="000000">
                    <a:lumMod val="65000"/>
                    <a:lumOff val="35000"/>
                  </a:srgbClr>
                </a:solidFill>
              </a:rPr>
              <a:t>LGE Internal Use Only</a:t>
            </a:r>
            <a:endParaRPr lang="ko-KR" altLang="en-US" sz="1300" dirty="0">
              <a:solidFill>
                <a:srgbClr val="000000">
                  <a:lumMod val="65000"/>
                  <a:lumOff val="35000"/>
                </a:srgbClr>
              </a:solidFill>
            </a:endParaRPr>
          </a:p>
        </p:txBody>
      </p:sp>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3E8E7EB1-0097-4C26-A004-7AFFC8BBF3FD}"/>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lnSpc>
                <a:spcPct val="120000"/>
              </a:lnSpc>
              <a:spcBef>
                <a:spcPts val="0"/>
              </a:spcBef>
              <a:spcAft>
                <a:spcPts val="0"/>
              </a:spcAft>
            </a:pPr>
            <a:r>
              <a:rPr lang="en-US" altLang="ko-KR" sz="1200" i="1" u="sng">
                <a:solidFill>
                  <a:srgbClr val="000000"/>
                </a:solidFill>
                <a:latin typeface="Calibri" panose="020F0502020204030204" pitchFamily="34" charset="0"/>
                <a:ea typeface="LG스마트체 Regular" panose="020B0600000101010101" pitchFamily="50" charset="-127"/>
              </a:rPr>
              <a:t>LGE Internal Use Only</a:t>
            </a:r>
            <a:endParaRPr lang="ko-KR" altLang="en-US" sz="1200" i="1" u="sng">
              <a:solidFill>
                <a:srgbClr val="000000"/>
              </a:solidFill>
              <a:latin typeface="Calibri" panose="020F0502020204030204" pitchFamily="34" charset="0"/>
              <a:ea typeface="LG스마트체 Regular" panose="020B0600000101010101" pitchFamily="50" charset="-127"/>
            </a:endParaRPr>
          </a:p>
        </p:txBody>
      </p:sp>
    </p:spTree>
    <p:extLst>
      <p:ext uri="{BB962C8B-B14F-4D97-AF65-F5344CB8AC3E}">
        <p14:creationId xmlns:p14="http://schemas.microsoft.com/office/powerpoint/2010/main" val="1557297704"/>
      </p:ext>
    </p:extLst>
  </p:cSld>
  <p:clrMap bg1="lt1" tx1="dk1" bg2="lt2" tx2="dk2" accent1="accent1" accent2="accent2" accent3="accent3" accent4="accent4" accent5="accent5" accent6="accent6" hlink="hlink" folHlink="folHlink"/>
  <p:sldLayoutIdLst>
    <p:sldLayoutId id="2147483727" r:id="rId1"/>
    <p:sldLayoutId id="2147483728" r:id="rId2"/>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198"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395"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592"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789"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36549" indent="-336549"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38183" indent="-279399" algn="l" rtl="0" eaLnBrk="0" fontAlgn="base" latinLnBrk="1" hangingPunct="0">
        <a:spcBef>
          <a:spcPct val="20000"/>
        </a:spcBef>
        <a:spcAft>
          <a:spcPct val="0"/>
        </a:spcAft>
        <a:buChar char="–"/>
        <a:defRPr kumimoji="1" sz="2800">
          <a:solidFill>
            <a:schemeClr val="tx1"/>
          </a:solidFill>
          <a:latin typeface="+mn-lt"/>
          <a:ea typeface="+mn-ea"/>
        </a:defRPr>
      </a:lvl2pPr>
      <a:lvl3pPr marL="1136644" indent="-223837" algn="l" rtl="0" eaLnBrk="0" fontAlgn="base" latinLnBrk="1" hangingPunct="0">
        <a:spcBef>
          <a:spcPct val="20000"/>
        </a:spcBef>
        <a:spcAft>
          <a:spcPct val="0"/>
        </a:spcAft>
        <a:buChar char="•"/>
        <a:defRPr kumimoji="1" sz="2400">
          <a:solidFill>
            <a:schemeClr val="tx1"/>
          </a:solidFill>
          <a:latin typeface="+mn-lt"/>
          <a:ea typeface="+mn-ea"/>
        </a:defRPr>
      </a:lvl3pPr>
      <a:lvl4pPr marL="1592254" indent="-222249" algn="l" rtl="0" eaLnBrk="0" fontAlgn="base" latinLnBrk="1" hangingPunct="0">
        <a:spcBef>
          <a:spcPct val="20000"/>
        </a:spcBef>
        <a:spcAft>
          <a:spcPct val="0"/>
        </a:spcAft>
        <a:buChar char="–"/>
        <a:defRPr kumimoji="1" sz="2000">
          <a:solidFill>
            <a:schemeClr val="tx1"/>
          </a:solidFill>
          <a:latin typeface="+mn-lt"/>
          <a:ea typeface="+mn-ea"/>
        </a:defRPr>
      </a:lvl4pPr>
      <a:lvl5pPr marL="2049451" indent="-223837" algn="l" rtl="0" eaLnBrk="0" fontAlgn="base" latinLnBrk="1" hangingPunct="0">
        <a:spcBef>
          <a:spcPct val="20000"/>
        </a:spcBef>
        <a:spcAft>
          <a:spcPct val="0"/>
        </a:spcAft>
        <a:buChar char="»"/>
        <a:defRPr kumimoji="1" sz="2000">
          <a:solidFill>
            <a:schemeClr val="tx1"/>
          </a:solidFill>
          <a:latin typeface="+mn-lt"/>
          <a:ea typeface="+mn-ea"/>
        </a:defRPr>
      </a:lvl5pPr>
      <a:lvl6pPr marL="2506649" indent="-223837" algn="l" rtl="0" fontAlgn="base" latinLnBrk="1">
        <a:spcBef>
          <a:spcPct val="20000"/>
        </a:spcBef>
        <a:spcAft>
          <a:spcPct val="0"/>
        </a:spcAft>
        <a:buChar char="»"/>
        <a:defRPr kumimoji="1" sz="2000">
          <a:solidFill>
            <a:schemeClr val="tx1"/>
          </a:solidFill>
          <a:latin typeface="+mn-lt"/>
          <a:ea typeface="+mn-ea"/>
        </a:defRPr>
      </a:lvl6pPr>
      <a:lvl7pPr marL="2963845" indent="-223837" algn="l" rtl="0" fontAlgn="base" latinLnBrk="1">
        <a:spcBef>
          <a:spcPct val="20000"/>
        </a:spcBef>
        <a:spcAft>
          <a:spcPct val="0"/>
        </a:spcAft>
        <a:buChar char="»"/>
        <a:defRPr kumimoji="1" sz="2000">
          <a:solidFill>
            <a:schemeClr val="tx1"/>
          </a:solidFill>
          <a:latin typeface="+mn-lt"/>
          <a:ea typeface="+mn-ea"/>
        </a:defRPr>
      </a:lvl7pPr>
      <a:lvl8pPr marL="3421043" indent="-223837" algn="l" rtl="0" fontAlgn="base" latinLnBrk="1">
        <a:spcBef>
          <a:spcPct val="20000"/>
        </a:spcBef>
        <a:spcAft>
          <a:spcPct val="0"/>
        </a:spcAft>
        <a:buChar char="»"/>
        <a:defRPr kumimoji="1" sz="2000">
          <a:solidFill>
            <a:schemeClr val="tx1"/>
          </a:solidFill>
          <a:latin typeface="+mn-lt"/>
          <a:ea typeface="+mn-ea"/>
        </a:defRPr>
      </a:lvl8pPr>
      <a:lvl9pPr marL="3878240" indent="-223837"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395" rtl="0" eaLnBrk="1" latinLnBrk="1" hangingPunct="1">
        <a:defRPr sz="1799" kern="1200">
          <a:solidFill>
            <a:schemeClr val="tx1"/>
          </a:solidFill>
          <a:latin typeface="+mn-lt"/>
          <a:ea typeface="+mn-ea"/>
          <a:cs typeface="+mn-cs"/>
        </a:defRPr>
      </a:lvl1pPr>
      <a:lvl2pPr marL="457198" algn="l" defTabSz="914395" rtl="0" eaLnBrk="1" latinLnBrk="1" hangingPunct="1">
        <a:defRPr sz="1799" kern="1200">
          <a:solidFill>
            <a:schemeClr val="tx1"/>
          </a:solidFill>
          <a:latin typeface="+mn-lt"/>
          <a:ea typeface="+mn-ea"/>
          <a:cs typeface="+mn-cs"/>
        </a:defRPr>
      </a:lvl2pPr>
      <a:lvl3pPr marL="914395" algn="l" defTabSz="914395" rtl="0" eaLnBrk="1" latinLnBrk="1" hangingPunct="1">
        <a:defRPr sz="1799" kern="1200">
          <a:solidFill>
            <a:schemeClr val="tx1"/>
          </a:solidFill>
          <a:latin typeface="+mn-lt"/>
          <a:ea typeface="+mn-ea"/>
          <a:cs typeface="+mn-cs"/>
        </a:defRPr>
      </a:lvl3pPr>
      <a:lvl4pPr marL="1371592" algn="l" defTabSz="914395" rtl="0" eaLnBrk="1" latinLnBrk="1" hangingPunct="1">
        <a:defRPr sz="1799" kern="1200">
          <a:solidFill>
            <a:schemeClr val="tx1"/>
          </a:solidFill>
          <a:latin typeface="+mn-lt"/>
          <a:ea typeface="+mn-ea"/>
          <a:cs typeface="+mn-cs"/>
        </a:defRPr>
      </a:lvl4pPr>
      <a:lvl5pPr marL="1828789" algn="l" defTabSz="914395" rtl="0" eaLnBrk="1" latinLnBrk="1" hangingPunct="1">
        <a:defRPr sz="1799" kern="1200">
          <a:solidFill>
            <a:schemeClr val="tx1"/>
          </a:solidFill>
          <a:latin typeface="+mn-lt"/>
          <a:ea typeface="+mn-ea"/>
          <a:cs typeface="+mn-cs"/>
        </a:defRPr>
      </a:lvl5pPr>
      <a:lvl6pPr marL="2285987" algn="l" defTabSz="914395" rtl="0" eaLnBrk="1" latinLnBrk="1" hangingPunct="1">
        <a:defRPr sz="1799" kern="1200">
          <a:solidFill>
            <a:schemeClr val="tx1"/>
          </a:solidFill>
          <a:latin typeface="+mn-lt"/>
          <a:ea typeface="+mn-ea"/>
          <a:cs typeface="+mn-cs"/>
        </a:defRPr>
      </a:lvl6pPr>
      <a:lvl7pPr marL="2743184" algn="l" defTabSz="914395" rtl="0" eaLnBrk="1" latinLnBrk="1" hangingPunct="1">
        <a:defRPr sz="1799" kern="1200">
          <a:solidFill>
            <a:schemeClr val="tx1"/>
          </a:solidFill>
          <a:latin typeface="+mn-lt"/>
          <a:ea typeface="+mn-ea"/>
          <a:cs typeface="+mn-cs"/>
        </a:defRPr>
      </a:lvl7pPr>
      <a:lvl8pPr marL="3200382" algn="l" defTabSz="914395" rtl="0" eaLnBrk="1" latinLnBrk="1" hangingPunct="1">
        <a:defRPr sz="1799" kern="1200">
          <a:solidFill>
            <a:schemeClr val="tx1"/>
          </a:solidFill>
          <a:latin typeface="+mn-lt"/>
          <a:ea typeface="+mn-ea"/>
          <a:cs typeface="+mn-cs"/>
        </a:defRPr>
      </a:lvl8pPr>
      <a:lvl9pPr marL="3657579" algn="l" defTabSz="914395" rtl="0" eaLnBrk="1" latinLnBrk="1" hangingPunct="1">
        <a:defRPr sz="1799"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Line 14"/>
          <p:cNvSpPr>
            <a:spLocks noChangeShapeType="1"/>
          </p:cNvSpPr>
          <p:nvPr/>
        </p:nvSpPr>
        <p:spPr bwMode="auto">
          <a:xfrm>
            <a:off x="1" y="534987"/>
            <a:ext cx="12192000"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lIns="91429" tIns="45714" rIns="91429" bIns="45714"/>
          <a:lstStyle/>
          <a:p>
            <a:pPr defTabSz="914313" fontAlgn="base">
              <a:spcBef>
                <a:spcPct val="0"/>
              </a:spcBef>
              <a:spcAft>
                <a:spcPct val="0"/>
              </a:spcAft>
            </a:pPr>
            <a:endParaRPr kumimoji="1" lang="ko-KR" altLang="en-US" sz="1300" b="1" dirty="0">
              <a:solidFill>
                <a:srgbClr val="000000"/>
              </a:solidFill>
              <a:latin typeface="Arial Narrow" panose="020B0606020202030204" pitchFamily="34" charset="0"/>
              <a:ea typeface="LG스마트체 Regular" panose="020B0600000101010101" pitchFamily="50" charset="-127"/>
            </a:endParaRPr>
          </a:p>
        </p:txBody>
      </p:sp>
      <p:sp>
        <p:nvSpPr>
          <p:cNvPr id="5" name="직사각형 4"/>
          <p:cNvSpPr/>
          <p:nvPr userDrawn="1"/>
        </p:nvSpPr>
        <p:spPr>
          <a:xfrm>
            <a:off x="5113307" y="134810"/>
            <a:ext cx="1957570" cy="285566"/>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dirty="0">
                <a:solidFill>
                  <a:srgbClr val="000000">
                    <a:lumMod val="65000"/>
                    <a:lumOff val="35000"/>
                  </a:srgbClr>
                </a:solidFill>
                <a:latin typeface="Arial Narrow" pitchFamily="34" charset="0"/>
              </a:rPr>
              <a:t>LGE Internal Use Only</a:t>
            </a:r>
            <a:endParaRPr lang="ko-KR" altLang="en-US" sz="1300" dirty="0">
              <a:solidFill>
                <a:srgbClr val="000000">
                  <a:lumMod val="65000"/>
                  <a:lumOff val="35000"/>
                </a:srgbClr>
              </a:solidFill>
              <a:latin typeface="Arial Narrow" pitchFamily="34" charset="0"/>
            </a:endParaRPr>
          </a:p>
        </p:txBody>
      </p:sp>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5C57F49B-55C6-4706-80CC-89E92F44F765}"/>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ea typeface="돋움" pitchFamily="50" charset="-127"/>
                <a:cs typeface="Arial" pitchFamily="34" charset="0"/>
              </a:rPr>
              <a:t>LGE Internal Use Only</a:t>
            </a:r>
            <a:endParaRPr lang="ko-KR" altLang="en-US" sz="1200" dirty="0">
              <a:solidFill>
                <a:srgbClr val="000000"/>
              </a:solidFill>
              <a:latin typeface="Calibri" panose="020F0502020204030204" pitchFamily="34" charset="0"/>
              <a:ea typeface="돋움" pitchFamily="50" charset="-127"/>
              <a:cs typeface="Arial" pitchFamily="34" charset="0"/>
            </a:endParaRPr>
          </a:p>
        </p:txBody>
      </p:sp>
    </p:spTree>
    <p:extLst>
      <p:ext uri="{BB962C8B-B14F-4D97-AF65-F5344CB8AC3E}">
        <p14:creationId xmlns:p14="http://schemas.microsoft.com/office/powerpoint/2010/main" val="2335145532"/>
      </p:ext>
    </p:extLst>
  </p:cSld>
  <p:clrMap bg1="lt1" tx1="dk1" bg2="lt2" tx2="dk2" accent1="accent1" accent2="accent2" accent3="accent3" accent4="accent4" accent5="accent5" accent6="accent6" hlink="hlink" folHlink="folHlink"/>
  <p:sldLayoutIdLst>
    <p:sldLayoutId id="2147483731" r:id="rId1"/>
  </p:sldLayoutIdLst>
  <p:txStyles>
    <p:titleStyle>
      <a:lvl1pPr algn="ctr" rtl="0" eaLnBrk="0" fontAlgn="base" latinLnBrk="1" hangingPunct="0">
        <a:spcBef>
          <a:spcPct val="0"/>
        </a:spcBef>
        <a:spcAft>
          <a:spcPct val="0"/>
        </a:spcAft>
        <a:defRPr kumimoji="1" sz="4401">
          <a:solidFill>
            <a:schemeClr val="tx2"/>
          </a:solidFill>
          <a:latin typeface="+mj-lt"/>
          <a:ea typeface="+mj-ea"/>
          <a:cs typeface="+mj-cs"/>
        </a:defRPr>
      </a:lvl1pPr>
      <a:lvl2pPr algn="ctr" rtl="0" eaLnBrk="0" fontAlgn="base" latinLnBrk="1" hangingPunct="0">
        <a:spcBef>
          <a:spcPct val="0"/>
        </a:spcBef>
        <a:spcAft>
          <a:spcPct val="0"/>
        </a:spcAft>
        <a:defRPr kumimoji="1" sz="4401">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1">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1">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1">
          <a:solidFill>
            <a:schemeClr val="tx2"/>
          </a:solidFill>
          <a:latin typeface="굴림" pitchFamily="50" charset="-127"/>
          <a:ea typeface="굴림" pitchFamily="50" charset="-127"/>
        </a:defRPr>
      </a:lvl5pPr>
      <a:lvl6pPr marL="457212" algn="ctr" rtl="0" fontAlgn="base" latinLnBrk="1">
        <a:spcBef>
          <a:spcPct val="0"/>
        </a:spcBef>
        <a:spcAft>
          <a:spcPct val="0"/>
        </a:spcAft>
        <a:defRPr kumimoji="1" sz="4401">
          <a:solidFill>
            <a:schemeClr val="tx2"/>
          </a:solidFill>
          <a:latin typeface="굴림" pitchFamily="50" charset="-127"/>
          <a:ea typeface="굴림" pitchFamily="50" charset="-127"/>
        </a:defRPr>
      </a:lvl6pPr>
      <a:lvl7pPr marL="914423" algn="ctr" rtl="0" fontAlgn="base" latinLnBrk="1">
        <a:spcBef>
          <a:spcPct val="0"/>
        </a:spcBef>
        <a:spcAft>
          <a:spcPct val="0"/>
        </a:spcAft>
        <a:defRPr kumimoji="1" sz="4401">
          <a:solidFill>
            <a:schemeClr val="tx2"/>
          </a:solidFill>
          <a:latin typeface="굴림" pitchFamily="50" charset="-127"/>
          <a:ea typeface="굴림" pitchFamily="50" charset="-127"/>
        </a:defRPr>
      </a:lvl7pPr>
      <a:lvl8pPr marL="1371634" algn="ctr" rtl="0" fontAlgn="base" latinLnBrk="1">
        <a:spcBef>
          <a:spcPct val="0"/>
        </a:spcBef>
        <a:spcAft>
          <a:spcPct val="0"/>
        </a:spcAft>
        <a:defRPr kumimoji="1" sz="4401">
          <a:solidFill>
            <a:schemeClr val="tx2"/>
          </a:solidFill>
          <a:latin typeface="굴림" pitchFamily="50" charset="-127"/>
          <a:ea typeface="굴림" pitchFamily="50" charset="-127"/>
        </a:defRPr>
      </a:lvl8pPr>
      <a:lvl9pPr marL="1828846" algn="ctr" rtl="0" fontAlgn="base" latinLnBrk="1">
        <a:spcBef>
          <a:spcPct val="0"/>
        </a:spcBef>
        <a:spcAft>
          <a:spcPct val="0"/>
        </a:spcAft>
        <a:defRPr kumimoji="1" sz="4401">
          <a:solidFill>
            <a:schemeClr val="tx2"/>
          </a:solidFill>
          <a:latin typeface="굴림" pitchFamily="50" charset="-127"/>
          <a:ea typeface="굴림" pitchFamily="50" charset="-127"/>
        </a:defRPr>
      </a:lvl9pPr>
    </p:titleStyle>
    <p:bodyStyle>
      <a:lvl1pPr marL="336559" indent="-336559"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38207" indent="-279407" algn="l" rtl="0" eaLnBrk="0" fontAlgn="base" latinLnBrk="1" hangingPunct="0">
        <a:spcBef>
          <a:spcPct val="20000"/>
        </a:spcBef>
        <a:spcAft>
          <a:spcPct val="0"/>
        </a:spcAft>
        <a:buChar char="–"/>
        <a:defRPr kumimoji="1" sz="2800">
          <a:solidFill>
            <a:schemeClr val="tx1"/>
          </a:solidFill>
          <a:latin typeface="+mn-lt"/>
          <a:ea typeface="+mn-ea"/>
        </a:defRPr>
      </a:lvl2pPr>
      <a:lvl3pPr marL="1136679" indent="-223844" algn="l" rtl="0" eaLnBrk="0" fontAlgn="base" latinLnBrk="1" hangingPunct="0">
        <a:spcBef>
          <a:spcPct val="20000"/>
        </a:spcBef>
        <a:spcAft>
          <a:spcPct val="0"/>
        </a:spcAft>
        <a:buChar char="•"/>
        <a:defRPr kumimoji="1" sz="2400">
          <a:solidFill>
            <a:schemeClr val="tx1"/>
          </a:solidFill>
          <a:latin typeface="+mn-lt"/>
          <a:ea typeface="+mn-ea"/>
        </a:defRPr>
      </a:lvl3pPr>
      <a:lvl4pPr marL="1592303" indent="-222255" algn="l" rtl="0" eaLnBrk="0" fontAlgn="base" latinLnBrk="1" hangingPunct="0">
        <a:spcBef>
          <a:spcPct val="20000"/>
        </a:spcBef>
        <a:spcAft>
          <a:spcPct val="0"/>
        </a:spcAft>
        <a:buChar char="–"/>
        <a:defRPr kumimoji="1" sz="2000">
          <a:solidFill>
            <a:schemeClr val="tx1"/>
          </a:solidFill>
          <a:latin typeface="+mn-lt"/>
          <a:ea typeface="+mn-ea"/>
        </a:defRPr>
      </a:lvl4pPr>
      <a:lvl5pPr marL="2049514" indent="-223844" algn="l" rtl="0" eaLnBrk="0" fontAlgn="base" latinLnBrk="1" hangingPunct="0">
        <a:spcBef>
          <a:spcPct val="20000"/>
        </a:spcBef>
        <a:spcAft>
          <a:spcPct val="0"/>
        </a:spcAft>
        <a:buChar char="»"/>
        <a:defRPr kumimoji="1" sz="2000">
          <a:solidFill>
            <a:schemeClr val="tx1"/>
          </a:solidFill>
          <a:latin typeface="+mn-lt"/>
          <a:ea typeface="+mn-ea"/>
        </a:defRPr>
      </a:lvl5pPr>
      <a:lvl6pPr marL="2506726" indent="-223844" algn="l" rtl="0" fontAlgn="base" latinLnBrk="1">
        <a:spcBef>
          <a:spcPct val="20000"/>
        </a:spcBef>
        <a:spcAft>
          <a:spcPct val="0"/>
        </a:spcAft>
        <a:buChar char="»"/>
        <a:defRPr kumimoji="1" sz="2000">
          <a:solidFill>
            <a:schemeClr val="tx1"/>
          </a:solidFill>
          <a:latin typeface="+mn-lt"/>
          <a:ea typeface="+mn-ea"/>
        </a:defRPr>
      </a:lvl6pPr>
      <a:lvl7pPr marL="2963937" indent="-223844" algn="l" rtl="0" fontAlgn="base" latinLnBrk="1">
        <a:spcBef>
          <a:spcPct val="20000"/>
        </a:spcBef>
        <a:spcAft>
          <a:spcPct val="0"/>
        </a:spcAft>
        <a:buChar char="»"/>
        <a:defRPr kumimoji="1" sz="2000">
          <a:solidFill>
            <a:schemeClr val="tx1"/>
          </a:solidFill>
          <a:latin typeface="+mn-lt"/>
          <a:ea typeface="+mn-ea"/>
        </a:defRPr>
      </a:lvl7pPr>
      <a:lvl8pPr marL="3421148" indent="-223844" algn="l" rtl="0" fontAlgn="base" latinLnBrk="1">
        <a:spcBef>
          <a:spcPct val="20000"/>
        </a:spcBef>
        <a:spcAft>
          <a:spcPct val="0"/>
        </a:spcAft>
        <a:buChar char="»"/>
        <a:defRPr kumimoji="1" sz="2000">
          <a:solidFill>
            <a:schemeClr val="tx1"/>
          </a:solidFill>
          <a:latin typeface="+mn-lt"/>
          <a:ea typeface="+mn-ea"/>
        </a:defRPr>
      </a:lvl8pPr>
      <a:lvl9pPr marL="3878360" indent="-223844"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23" rtl="0" eaLnBrk="1" latinLnBrk="1" hangingPunct="1">
        <a:defRPr sz="1800" kern="1200">
          <a:solidFill>
            <a:schemeClr val="tx1"/>
          </a:solidFill>
          <a:latin typeface="+mn-lt"/>
          <a:ea typeface="+mn-ea"/>
          <a:cs typeface="+mn-cs"/>
        </a:defRPr>
      </a:lvl1pPr>
      <a:lvl2pPr marL="457212" algn="l" defTabSz="914423" rtl="0" eaLnBrk="1" latinLnBrk="1" hangingPunct="1">
        <a:defRPr sz="1800" kern="1200">
          <a:solidFill>
            <a:schemeClr val="tx1"/>
          </a:solidFill>
          <a:latin typeface="+mn-lt"/>
          <a:ea typeface="+mn-ea"/>
          <a:cs typeface="+mn-cs"/>
        </a:defRPr>
      </a:lvl2pPr>
      <a:lvl3pPr marL="914423" algn="l" defTabSz="914423" rtl="0" eaLnBrk="1" latinLnBrk="1" hangingPunct="1">
        <a:defRPr sz="1800" kern="1200">
          <a:solidFill>
            <a:schemeClr val="tx1"/>
          </a:solidFill>
          <a:latin typeface="+mn-lt"/>
          <a:ea typeface="+mn-ea"/>
          <a:cs typeface="+mn-cs"/>
        </a:defRPr>
      </a:lvl3pPr>
      <a:lvl4pPr marL="1371634" algn="l" defTabSz="914423" rtl="0" eaLnBrk="1" latinLnBrk="1" hangingPunct="1">
        <a:defRPr sz="1800" kern="1200">
          <a:solidFill>
            <a:schemeClr val="tx1"/>
          </a:solidFill>
          <a:latin typeface="+mn-lt"/>
          <a:ea typeface="+mn-ea"/>
          <a:cs typeface="+mn-cs"/>
        </a:defRPr>
      </a:lvl4pPr>
      <a:lvl5pPr marL="1828846" algn="l" defTabSz="914423" rtl="0" eaLnBrk="1" latinLnBrk="1" hangingPunct="1">
        <a:defRPr sz="1800" kern="1200">
          <a:solidFill>
            <a:schemeClr val="tx1"/>
          </a:solidFill>
          <a:latin typeface="+mn-lt"/>
          <a:ea typeface="+mn-ea"/>
          <a:cs typeface="+mn-cs"/>
        </a:defRPr>
      </a:lvl5pPr>
      <a:lvl6pPr marL="2286057" algn="l" defTabSz="914423" rtl="0" eaLnBrk="1" latinLnBrk="1" hangingPunct="1">
        <a:defRPr sz="1800" kern="1200">
          <a:solidFill>
            <a:schemeClr val="tx1"/>
          </a:solidFill>
          <a:latin typeface="+mn-lt"/>
          <a:ea typeface="+mn-ea"/>
          <a:cs typeface="+mn-cs"/>
        </a:defRPr>
      </a:lvl6pPr>
      <a:lvl7pPr marL="2743269" algn="l" defTabSz="914423" rtl="0" eaLnBrk="1" latinLnBrk="1" hangingPunct="1">
        <a:defRPr sz="1800" kern="1200">
          <a:solidFill>
            <a:schemeClr val="tx1"/>
          </a:solidFill>
          <a:latin typeface="+mn-lt"/>
          <a:ea typeface="+mn-ea"/>
          <a:cs typeface="+mn-cs"/>
        </a:defRPr>
      </a:lvl7pPr>
      <a:lvl8pPr marL="3200480" algn="l" defTabSz="914423" rtl="0" eaLnBrk="1" latinLnBrk="1" hangingPunct="1">
        <a:defRPr sz="1800" kern="1200">
          <a:solidFill>
            <a:schemeClr val="tx1"/>
          </a:solidFill>
          <a:latin typeface="+mn-lt"/>
          <a:ea typeface="+mn-ea"/>
          <a:cs typeface="+mn-cs"/>
        </a:defRPr>
      </a:lvl8pPr>
      <a:lvl9pPr marL="3657691" algn="l" defTabSz="914423" rtl="0" eaLnBrk="1" latinLnBrk="1"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C034C21A-6B20-4FC1-AD40-E70F6DD144C1}"/>
              </a:ext>
            </a:extLst>
          </p:cNvPr>
          <p:cNvSpPr txBox="1"/>
          <p:nvPr userDrawn="1"/>
        </p:nvSpPr>
        <p:spPr>
          <a:xfrm>
            <a:off x="5257224" y="0"/>
            <a:ext cx="1677551" cy="296525"/>
          </a:xfrm>
          <a:prstGeom prst="rect">
            <a:avLst/>
          </a:prstGeom>
          <a:noFill/>
          <a:extLst>
            <a:ext uri="{909E8E84-426E-40DD-AFC4-6F175D3DCCD1}">
              <a14:hiddenFill xmlns:a14="http://schemas.microsoft.com/office/drawing/2010/main">
                <a:solidFill>
                  <a:srgbClr val="FFFF00"/>
                </a:solidFill>
              </a14:hiddenFill>
            </a:ext>
          </a:extLst>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ea typeface="LG스마트체 Regular" panose="020B0600000101010101" pitchFamily="50" charset="-127"/>
              </a:rPr>
              <a:t>LGE Internal Use Only</a:t>
            </a:r>
            <a:endParaRPr lang="ko-KR" altLang="en-US" sz="1200">
              <a:solidFill>
                <a:srgbClr val="000000"/>
              </a:solidFill>
              <a:latin typeface="Calibri" panose="020F0502020204030204" pitchFamily="34" charset="0"/>
              <a:ea typeface="LG스마트체 Regular" panose="020B0600000101010101" pitchFamily="50" charset="-127"/>
            </a:endParaRPr>
          </a:p>
        </p:txBody>
      </p:sp>
    </p:spTree>
    <p:extLst>
      <p:ext uri="{BB962C8B-B14F-4D97-AF65-F5344CB8AC3E}">
        <p14:creationId xmlns:p14="http://schemas.microsoft.com/office/powerpoint/2010/main" val="2026907838"/>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Lst>
  <p:txStyles>
    <p:title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defRPr kumimoji="1" sz="1600" b="1">
          <a:solidFill>
            <a:schemeClr val="tx1"/>
          </a:solidFill>
          <a:latin typeface="+mn-lt"/>
          <a:ea typeface="+mn-ea"/>
          <a:cs typeface="+mn-cs"/>
        </a:defRPr>
      </a:lvl1pPr>
      <a:lvl2pPr marL="742950" indent="-285750" algn="l" rtl="0" eaLnBrk="0" fontAlgn="base" latinLnBrk="1" hangingPunct="0">
        <a:spcBef>
          <a:spcPct val="20000"/>
        </a:spcBef>
        <a:spcAft>
          <a:spcPct val="0"/>
        </a:spcAft>
        <a:defRPr kumimoji="1" sz="1200" b="1">
          <a:solidFill>
            <a:schemeClr val="tx1"/>
          </a:solidFill>
          <a:latin typeface="+mn-lt"/>
          <a:ea typeface="+mn-ea"/>
        </a:defRPr>
      </a:lvl2pPr>
      <a:lvl3pPr marL="1143000" indent="-228600" algn="l" rtl="0" eaLnBrk="0" fontAlgn="base" latinLnBrk="1" hangingPunct="0">
        <a:spcBef>
          <a:spcPct val="20000"/>
        </a:spcBef>
        <a:spcAft>
          <a:spcPct val="0"/>
        </a:spcAft>
        <a:defRPr kumimoji="1" sz="1200" b="1">
          <a:solidFill>
            <a:schemeClr val="tx1"/>
          </a:solidFill>
          <a:latin typeface="+mn-lt"/>
          <a:ea typeface="+mn-ea"/>
        </a:defRPr>
      </a:lvl3pPr>
      <a:lvl4pPr marL="1600200" indent="-228600" algn="l" rtl="0" eaLnBrk="0" fontAlgn="base" latinLnBrk="1" hangingPunct="0">
        <a:spcBef>
          <a:spcPct val="20000"/>
        </a:spcBef>
        <a:spcAft>
          <a:spcPct val="0"/>
        </a:spcAft>
        <a:defRPr kumimoji="1" sz="1200" b="1">
          <a:solidFill>
            <a:schemeClr val="tx1"/>
          </a:solidFill>
          <a:latin typeface="+mn-lt"/>
          <a:ea typeface="+mn-ea"/>
        </a:defRPr>
      </a:lvl4pPr>
      <a:lvl5pPr marL="2057400" indent="-228600" algn="l" rtl="0" eaLnBrk="0" fontAlgn="base" latinLnBrk="1" hangingPunct="0">
        <a:spcBef>
          <a:spcPct val="20000"/>
        </a:spcBef>
        <a:spcAft>
          <a:spcPct val="0"/>
        </a:spcAft>
        <a:defRPr kumimoji="1" sz="1200" b="1">
          <a:solidFill>
            <a:schemeClr val="tx1"/>
          </a:solidFill>
          <a:latin typeface="+mn-lt"/>
          <a:ea typeface="+mn-ea"/>
        </a:defRPr>
      </a:lvl5pPr>
      <a:lvl6pPr marL="2514600" indent="-228600" algn="l" rtl="0" fontAlgn="base" latinLnBrk="1">
        <a:spcBef>
          <a:spcPct val="20000"/>
        </a:spcBef>
        <a:spcAft>
          <a:spcPct val="0"/>
        </a:spcAft>
        <a:defRPr kumimoji="1" sz="1200" b="1">
          <a:solidFill>
            <a:schemeClr val="tx1"/>
          </a:solidFill>
          <a:latin typeface="+mn-lt"/>
          <a:ea typeface="+mn-ea"/>
        </a:defRPr>
      </a:lvl6pPr>
      <a:lvl7pPr marL="2971800" indent="-228600" algn="l" rtl="0" fontAlgn="base" latinLnBrk="1">
        <a:spcBef>
          <a:spcPct val="20000"/>
        </a:spcBef>
        <a:spcAft>
          <a:spcPct val="0"/>
        </a:spcAft>
        <a:defRPr kumimoji="1" sz="1200" b="1">
          <a:solidFill>
            <a:schemeClr val="tx1"/>
          </a:solidFill>
          <a:latin typeface="+mn-lt"/>
          <a:ea typeface="+mn-ea"/>
        </a:defRPr>
      </a:lvl7pPr>
      <a:lvl8pPr marL="3429000" indent="-228600" algn="l" rtl="0" fontAlgn="base" latinLnBrk="1">
        <a:spcBef>
          <a:spcPct val="20000"/>
        </a:spcBef>
        <a:spcAft>
          <a:spcPct val="0"/>
        </a:spcAft>
        <a:defRPr kumimoji="1" sz="1200" b="1">
          <a:solidFill>
            <a:schemeClr val="tx1"/>
          </a:solidFill>
          <a:latin typeface="+mn-lt"/>
          <a:ea typeface="+mn-ea"/>
        </a:defRPr>
      </a:lvl8pPr>
      <a:lvl9pPr marL="3886200" indent="-228600" algn="l" rtl="0" fontAlgn="base" latinLnBrk="1">
        <a:spcBef>
          <a:spcPct val="20000"/>
        </a:spcBef>
        <a:spcAft>
          <a:spcPct val="0"/>
        </a:spcAft>
        <a:defRPr kumimoji="1" sz="1200" b="1">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52432F2F-CC9A-4BF1-A210-2791A6B8A282}"/>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ea typeface="LG스마트체 Regular" panose="020B0600000101010101" pitchFamily="50" charset="-127"/>
              </a:rPr>
              <a:t>LGE Internal Use Only</a:t>
            </a:r>
            <a:endParaRPr lang="ko-KR" altLang="en-US" sz="1200">
              <a:solidFill>
                <a:srgbClr val="000000"/>
              </a:solidFill>
              <a:latin typeface="Calibri" panose="020F0502020204030204" pitchFamily="34" charset="0"/>
              <a:ea typeface="LG스마트체 Regular" panose="020B0600000101010101" pitchFamily="50" charset="-127"/>
            </a:endParaRPr>
          </a:p>
        </p:txBody>
      </p:sp>
    </p:spTree>
    <p:extLst>
      <p:ext uri="{BB962C8B-B14F-4D97-AF65-F5344CB8AC3E}">
        <p14:creationId xmlns:p14="http://schemas.microsoft.com/office/powerpoint/2010/main" val="3367306939"/>
      </p:ext>
    </p:extLst>
  </p:cSld>
  <p:clrMap bg1="lt1" tx1="dk1" bg2="lt2" tx2="dk2" accent1="accent1" accent2="accent2" accent3="accent3" accent4="accent4" accent5="accent5" accent6="accent6" hlink="hlink" folHlink="folHlink"/>
  <p:sldLayoutIdLst>
    <p:sldLayoutId id="2147483770" r:id="rId1"/>
  </p:sldLayoutIdLst>
  <p:txStyles>
    <p:title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defRPr kumimoji="1" sz="1600" b="1">
          <a:solidFill>
            <a:schemeClr val="tx1"/>
          </a:solidFill>
          <a:latin typeface="+mn-lt"/>
          <a:ea typeface="+mn-ea"/>
          <a:cs typeface="+mn-cs"/>
        </a:defRPr>
      </a:lvl1pPr>
      <a:lvl2pPr marL="742950" indent="-285750" algn="l" rtl="0" eaLnBrk="0" fontAlgn="base" latinLnBrk="1" hangingPunct="0">
        <a:spcBef>
          <a:spcPct val="20000"/>
        </a:spcBef>
        <a:spcAft>
          <a:spcPct val="0"/>
        </a:spcAft>
        <a:defRPr kumimoji="1" sz="1200" b="1">
          <a:solidFill>
            <a:schemeClr val="tx1"/>
          </a:solidFill>
          <a:latin typeface="+mn-lt"/>
          <a:ea typeface="+mn-ea"/>
        </a:defRPr>
      </a:lvl2pPr>
      <a:lvl3pPr marL="1143000" indent="-228600" algn="l" rtl="0" eaLnBrk="0" fontAlgn="base" latinLnBrk="1" hangingPunct="0">
        <a:spcBef>
          <a:spcPct val="20000"/>
        </a:spcBef>
        <a:spcAft>
          <a:spcPct val="0"/>
        </a:spcAft>
        <a:defRPr kumimoji="1" sz="1200" b="1">
          <a:solidFill>
            <a:schemeClr val="tx1"/>
          </a:solidFill>
          <a:latin typeface="+mn-lt"/>
          <a:ea typeface="+mn-ea"/>
        </a:defRPr>
      </a:lvl3pPr>
      <a:lvl4pPr marL="1600200" indent="-228600" algn="l" rtl="0" eaLnBrk="0" fontAlgn="base" latinLnBrk="1" hangingPunct="0">
        <a:spcBef>
          <a:spcPct val="20000"/>
        </a:spcBef>
        <a:spcAft>
          <a:spcPct val="0"/>
        </a:spcAft>
        <a:defRPr kumimoji="1" sz="1200" b="1">
          <a:solidFill>
            <a:schemeClr val="tx1"/>
          </a:solidFill>
          <a:latin typeface="+mn-lt"/>
          <a:ea typeface="+mn-ea"/>
        </a:defRPr>
      </a:lvl4pPr>
      <a:lvl5pPr marL="2057400" indent="-228600" algn="l" rtl="0" eaLnBrk="0" fontAlgn="base" latinLnBrk="1" hangingPunct="0">
        <a:spcBef>
          <a:spcPct val="20000"/>
        </a:spcBef>
        <a:spcAft>
          <a:spcPct val="0"/>
        </a:spcAft>
        <a:defRPr kumimoji="1" sz="1200" b="1">
          <a:solidFill>
            <a:schemeClr val="tx1"/>
          </a:solidFill>
          <a:latin typeface="+mn-lt"/>
          <a:ea typeface="+mn-ea"/>
        </a:defRPr>
      </a:lvl5pPr>
      <a:lvl6pPr marL="2514600" indent="-228600" algn="l" rtl="0" fontAlgn="base" latinLnBrk="1">
        <a:spcBef>
          <a:spcPct val="20000"/>
        </a:spcBef>
        <a:spcAft>
          <a:spcPct val="0"/>
        </a:spcAft>
        <a:defRPr kumimoji="1" sz="1200" b="1">
          <a:solidFill>
            <a:schemeClr val="tx1"/>
          </a:solidFill>
          <a:latin typeface="+mn-lt"/>
          <a:ea typeface="+mn-ea"/>
        </a:defRPr>
      </a:lvl6pPr>
      <a:lvl7pPr marL="2971800" indent="-228600" algn="l" rtl="0" fontAlgn="base" latinLnBrk="1">
        <a:spcBef>
          <a:spcPct val="20000"/>
        </a:spcBef>
        <a:spcAft>
          <a:spcPct val="0"/>
        </a:spcAft>
        <a:defRPr kumimoji="1" sz="1200" b="1">
          <a:solidFill>
            <a:schemeClr val="tx1"/>
          </a:solidFill>
          <a:latin typeface="+mn-lt"/>
          <a:ea typeface="+mn-ea"/>
        </a:defRPr>
      </a:lvl7pPr>
      <a:lvl8pPr marL="3429000" indent="-228600" algn="l" rtl="0" fontAlgn="base" latinLnBrk="1">
        <a:spcBef>
          <a:spcPct val="20000"/>
        </a:spcBef>
        <a:spcAft>
          <a:spcPct val="0"/>
        </a:spcAft>
        <a:defRPr kumimoji="1" sz="1200" b="1">
          <a:solidFill>
            <a:schemeClr val="tx1"/>
          </a:solidFill>
          <a:latin typeface="+mn-lt"/>
          <a:ea typeface="+mn-ea"/>
        </a:defRPr>
      </a:lvl8pPr>
      <a:lvl9pPr marL="3886200" indent="-228600" algn="l" rtl="0" fontAlgn="base" latinLnBrk="1">
        <a:spcBef>
          <a:spcPct val="20000"/>
        </a:spcBef>
        <a:spcAft>
          <a:spcPct val="0"/>
        </a:spcAft>
        <a:defRPr kumimoji="1" sz="1200" b="1">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29C26D8C-53F8-48B8-A246-17E82C40DC54}"/>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ea typeface="LG스마트체 Regular" panose="020B0600000101010101" pitchFamily="50" charset="-127"/>
              </a:rPr>
              <a:t>LGE Internal Use Only</a:t>
            </a:r>
            <a:endParaRPr lang="ko-KR" altLang="en-US" sz="1200">
              <a:solidFill>
                <a:srgbClr val="000000"/>
              </a:solidFill>
              <a:latin typeface="Calibri" panose="020F0502020204030204" pitchFamily="34" charset="0"/>
              <a:ea typeface="LG스마트체 Regular" panose="020B0600000101010101" pitchFamily="50" charset="-127"/>
            </a:endParaRPr>
          </a:p>
        </p:txBody>
      </p:sp>
    </p:spTree>
    <p:extLst>
      <p:ext uri="{BB962C8B-B14F-4D97-AF65-F5344CB8AC3E}">
        <p14:creationId xmlns:p14="http://schemas.microsoft.com/office/powerpoint/2010/main" val="4254455250"/>
      </p:ext>
    </p:extLst>
  </p:cSld>
  <p:clrMap bg1="lt1" tx1="dk1" bg2="lt2" tx2="dk2" accent1="accent1" accent2="accent2" accent3="accent3" accent4="accent4" accent5="accent5" accent6="accent6" hlink="hlink" folHlink="folHlink"/>
  <p:sldLayoutIdLst>
    <p:sldLayoutId id="2147483786" r:id="rId1"/>
  </p:sldLayoutIdLst>
  <p:txStyles>
    <p:title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defRPr kumimoji="1" sz="1600" b="1">
          <a:solidFill>
            <a:schemeClr val="tx1"/>
          </a:solidFill>
          <a:latin typeface="+mn-lt"/>
          <a:ea typeface="+mn-ea"/>
          <a:cs typeface="+mn-cs"/>
        </a:defRPr>
      </a:lvl1pPr>
      <a:lvl2pPr marL="742950" indent="-285750" algn="l" rtl="0" eaLnBrk="0" fontAlgn="base" latinLnBrk="1" hangingPunct="0">
        <a:spcBef>
          <a:spcPct val="20000"/>
        </a:spcBef>
        <a:spcAft>
          <a:spcPct val="0"/>
        </a:spcAft>
        <a:defRPr kumimoji="1" sz="1200" b="1">
          <a:solidFill>
            <a:schemeClr val="tx1"/>
          </a:solidFill>
          <a:latin typeface="+mn-lt"/>
          <a:ea typeface="+mn-ea"/>
        </a:defRPr>
      </a:lvl2pPr>
      <a:lvl3pPr marL="1143000" indent="-228600" algn="l" rtl="0" eaLnBrk="0" fontAlgn="base" latinLnBrk="1" hangingPunct="0">
        <a:spcBef>
          <a:spcPct val="20000"/>
        </a:spcBef>
        <a:spcAft>
          <a:spcPct val="0"/>
        </a:spcAft>
        <a:defRPr kumimoji="1" sz="1200" b="1">
          <a:solidFill>
            <a:schemeClr val="tx1"/>
          </a:solidFill>
          <a:latin typeface="+mn-lt"/>
          <a:ea typeface="+mn-ea"/>
        </a:defRPr>
      </a:lvl3pPr>
      <a:lvl4pPr marL="1600200" indent="-228600" algn="l" rtl="0" eaLnBrk="0" fontAlgn="base" latinLnBrk="1" hangingPunct="0">
        <a:spcBef>
          <a:spcPct val="20000"/>
        </a:spcBef>
        <a:spcAft>
          <a:spcPct val="0"/>
        </a:spcAft>
        <a:defRPr kumimoji="1" sz="1200" b="1">
          <a:solidFill>
            <a:schemeClr val="tx1"/>
          </a:solidFill>
          <a:latin typeface="+mn-lt"/>
          <a:ea typeface="+mn-ea"/>
        </a:defRPr>
      </a:lvl4pPr>
      <a:lvl5pPr marL="2057400" indent="-228600" algn="l" rtl="0" eaLnBrk="0" fontAlgn="base" latinLnBrk="1" hangingPunct="0">
        <a:spcBef>
          <a:spcPct val="20000"/>
        </a:spcBef>
        <a:spcAft>
          <a:spcPct val="0"/>
        </a:spcAft>
        <a:defRPr kumimoji="1" sz="1200" b="1">
          <a:solidFill>
            <a:schemeClr val="tx1"/>
          </a:solidFill>
          <a:latin typeface="+mn-lt"/>
          <a:ea typeface="+mn-ea"/>
        </a:defRPr>
      </a:lvl5pPr>
      <a:lvl6pPr marL="2514600" indent="-228600" algn="l" rtl="0" fontAlgn="base" latinLnBrk="1">
        <a:spcBef>
          <a:spcPct val="20000"/>
        </a:spcBef>
        <a:spcAft>
          <a:spcPct val="0"/>
        </a:spcAft>
        <a:defRPr kumimoji="1" sz="1200" b="1">
          <a:solidFill>
            <a:schemeClr val="tx1"/>
          </a:solidFill>
          <a:latin typeface="+mn-lt"/>
          <a:ea typeface="+mn-ea"/>
        </a:defRPr>
      </a:lvl6pPr>
      <a:lvl7pPr marL="2971800" indent="-228600" algn="l" rtl="0" fontAlgn="base" latinLnBrk="1">
        <a:spcBef>
          <a:spcPct val="20000"/>
        </a:spcBef>
        <a:spcAft>
          <a:spcPct val="0"/>
        </a:spcAft>
        <a:defRPr kumimoji="1" sz="1200" b="1">
          <a:solidFill>
            <a:schemeClr val="tx1"/>
          </a:solidFill>
          <a:latin typeface="+mn-lt"/>
          <a:ea typeface="+mn-ea"/>
        </a:defRPr>
      </a:lvl7pPr>
      <a:lvl8pPr marL="3429000" indent="-228600" algn="l" rtl="0" fontAlgn="base" latinLnBrk="1">
        <a:spcBef>
          <a:spcPct val="20000"/>
        </a:spcBef>
        <a:spcAft>
          <a:spcPct val="0"/>
        </a:spcAft>
        <a:defRPr kumimoji="1" sz="1200" b="1">
          <a:solidFill>
            <a:schemeClr val="tx1"/>
          </a:solidFill>
          <a:latin typeface="+mn-lt"/>
          <a:ea typeface="+mn-ea"/>
        </a:defRPr>
      </a:lvl8pPr>
      <a:lvl9pPr marL="3886200" indent="-228600" algn="l" rtl="0" fontAlgn="base" latinLnBrk="1">
        <a:spcBef>
          <a:spcPct val="20000"/>
        </a:spcBef>
        <a:spcAft>
          <a:spcPct val="0"/>
        </a:spcAft>
        <a:defRPr kumimoji="1" sz="1200" b="1">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Line 14"/>
          <p:cNvSpPr>
            <a:spLocks noChangeShapeType="1"/>
          </p:cNvSpPr>
          <p:nvPr/>
        </p:nvSpPr>
        <p:spPr bwMode="auto">
          <a:xfrm>
            <a:off x="1" y="534987"/>
            <a:ext cx="12192000"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lIns="91429" tIns="45714" rIns="91429" bIns="45714"/>
          <a:lstStyle/>
          <a:p>
            <a:pPr defTabSz="914313" fontAlgn="base">
              <a:spcBef>
                <a:spcPct val="0"/>
              </a:spcBef>
              <a:spcAft>
                <a:spcPct val="0"/>
              </a:spcAft>
            </a:pPr>
            <a:endParaRPr kumimoji="1" lang="ko-KR" altLang="en-US" sz="1300" b="1" dirty="0">
              <a:solidFill>
                <a:srgbClr val="000000"/>
              </a:solidFill>
              <a:latin typeface="Arial Narrow" panose="020B0606020202030204" pitchFamily="34" charset="0"/>
              <a:ea typeface="LG스마트체 Regular" panose="020B0600000101010101" pitchFamily="50" charset="-127"/>
            </a:endParaRPr>
          </a:p>
        </p:txBody>
      </p:sp>
      <p:sp>
        <p:nvSpPr>
          <p:cNvPr id="5" name="직사각형 4"/>
          <p:cNvSpPr/>
          <p:nvPr userDrawn="1"/>
        </p:nvSpPr>
        <p:spPr>
          <a:xfrm>
            <a:off x="5113307" y="134810"/>
            <a:ext cx="1957570" cy="285566"/>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dirty="0">
                <a:solidFill>
                  <a:srgbClr val="000000">
                    <a:lumMod val="65000"/>
                    <a:lumOff val="35000"/>
                  </a:srgbClr>
                </a:solidFill>
                <a:latin typeface="Arial Narrow" pitchFamily="34" charset="0"/>
              </a:rPr>
              <a:t>LGE Internal Use Only</a:t>
            </a:r>
            <a:endParaRPr lang="ko-KR" altLang="en-US" sz="1300" dirty="0">
              <a:solidFill>
                <a:srgbClr val="000000">
                  <a:lumMod val="65000"/>
                  <a:lumOff val="35000"/>
                </a:srgbClr>
              </a:solidFill>
              <a:latin typeface="Arial Narrow" pitchFamily="34" charset="0"/>
            </a:endParaRPr>
          </a:p>
        </p:txBody>
      </p:sp>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C31CB3A0-CCF3-4894-9C12-C11369C9FCF5}"/>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ea typeface="돋움" pitchFamily="50" charset="-127"/>
                <a:cs typeface="Arial" pitchFamily="34" charset="0"/>
              </a:rPr>
              <a:t>LGE Internal Use Only</a:t>
            </a:r>
            <a:endParaRPr lang="ko-KR" altLang="en-US" sz="1200" dirty="0">
              <a:solidFill>
                <a:srgbClr val="000000"/>
              </a:solidFill>
              <a:latin typeface="Calibri" panose="020F0502020204030204" pitchFamily="34" charset="0"/>
              <a:ea typeface="돋움" pitchFamily="50" charset="-127"/>
              <a:cs typeface="Arial" pitchFamily="34" charset="0"/>
            </a:endParaRPr>
          </a:p>
        </p:txBody>
      </p:sp>
    </p:spTree>
    <p:extLst>
      <p:ext uri="{BB962C8B-B14F-4D97-AF65-F5344CB8AC3E}">
        <p14:creationId xmlns:p14="http://schemas.microsoft.com/office/powerpoint/2010/main" val="3856598588"/>
      </p:ext>
    </p:extLst>
  </p:cSld>
  <p:clrMap bg1="lt1" tx1="dk1" bg2="lt2" tx2="dk2" accent1="accent1" accent2="accent2" accent3="accent3" accent4="accent4" accent5="accent5" accent6="accent6" hlink="hlink" folHlink="folHlink"/>
  <p:sldLayoutIdLst>
    <p:sldLayoutId id="2147483802" r:id="rId1"/>
  </p:sldLayoutIdLst>
  <p:txStyles>
    <p:titleStyle>
      <a:lvl1pPr algn="ctr" rtl="0" eaLnBrk="0" fontAlgn="base" latinLnBrk="1" hangingPunct="0">
        <a:spcBef>
          <a:spcPct val="0"/>
        </a:spcBef>
        <a:spcAft>
          <a:spcPct val="0"/>
        </a:spcAft>
        <a:defRPr kumimoji="1" sz="4401">
          <a:solidFill>
            <a:schemeClr val="tx2"/>
          </a:solidFill>
          <a:latin typeface="+mj-lt"/>
          <a:ea typeface="+mj-ea"/>
          <a:cs typeface="+mj-cs"/>
        </a:defRPr>
      </a:lvl1pPr>
      <a:lvl2pPr algn="ctr" rtl="0" eaLnBrk="0" fontAlgn="base" latinLnBrk="1" hangingPunct="0">
        <a:spcBef>
          <a:spcPct val="0"/>
        </a:spcBef>
        <a:spcAft>
          <a:spcPct val="0"/>
        </a:spcAft>
        <a:defRPr kumimoji="1" sz="4401">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1">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1">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1">
          <a:solidFill>
            <a:schemeClr val="tx2"/>
          </a:solidFill>
          <a:latin typeface="굴림" pitchFamily="50" charset="-127"/>
          <a:ea typeface="굴림" pitchFamily="50" charset="-127"/>
        </a:defRPr>
      </a:lvl5pPr>
      <a:lvl6pPr marL="457212" algn="ctr" rtl="0" fontAlgn="base" latinLnBrk="1">
        <a:spcBef>
          <a:spcPct val="0"/>
        </a:spcBef>
        <a:spcAft>
          <a:spcPct val="0"/>
        </a:spcAft>
        <a:defRPr kumimoji="1" sz="4401">
          <a:solidFill>
            <a:schemeClr val="tx2"/>
          </a:solidFill>
          <a:latin typeface="굴림" pitchFamily="50" charset="-127"/>
          <a:ea typeface="굴림" pitchFamily="50" charset="-127"/>
        </a:defRPr>
      </a:lvl6pPr>
      <a:lvl7pPr marL="914423" algn="ctr" rtl="0" fontAlgn="base" latinLnBrk="1">
        <a:spcBef>
          <a:spcPct val="0"/>
        </a:spcBef>
        <a:spcAft>
          <a:spcPct val="0"/>
        </a:spcAft>
        <a:defRPr kumimoji="1" sz="4401">
          <a:solidFill>
            <a:schemeClr val="tx2"/>
          </a:solidFill>
          <a:latin typeface="굴림" pitchFamily="50" charset="-127"/>
          <a:ea typeface="굴림" pitchFamily="50" charset="-127"/>
        </a:defRPr>
      </a:lvl7pPr>
      <a:lvl8pPr marL="1371634" algn="ctr" rtl="0" fontAlgn="base" latinLnBrk="1">
        <a:spcBef>
          <a:spcPct val="0"/>
        </a:spcBef>
        <a:spcAft>
          <a:spcPct val="0"/>
        </a:spcAft>
        <a:defRPr kumimoji="1" sz="4401">
          <a:solidFill>
            <a:schemeClr val="tx2"/>
          </a:solidFill>
          <a:latin typeface="굴림" pitchFamily="50" charset="-127"/>
          <a:ea typeface="굴림" pitchFamily="50" charset="-127"/>
        </a:defRPr>
      </a:lvl8pPr>
      <a:lvl9pPr marL="1828846" algn="ctr" rtl="0" fontAlgn="base" latinLnBrk="1">
        <a:spcBef>
          <a:spcPct val="0"/>
        </a:spcBef>
        <a:spcAft>
          <a:spcPct val="0"/>
        </a:spcAft>
        <a:defRPr kumimoji="1" sz="4401">
          <a:solidFill>
            <a:schemeClr val="tx2"/>
          </a:solidFill>
          <a:latin typeface="굴림" pitchFamily="50" charset="-127"/>
          <a:ea typeface="굴림" pitchFamily="50" charset="-127"/>
        </a:defRPr>
      </a:lvl9pPr>
    </p:titleStyle>
    <p:bodyStyle>
      <a:lvl1pPr marL="336559" indent="-336559"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38207" indent="-279407" algn="l" rtl="0" eaLnBrk="0" fontAlgn="base" latinLnBrk="1" hangingPunct="0">
        <a:spcBef>
          <a:spcPct val="20000"/>
        </a:spcBef>
        <a:spcAft>
          <a:spcPct val="0"/>
        </a:spcAft>
        <a:buChar char="–"/>
        <a:defRPr kumimoji="1" sz="2800">
          <a:solidFill>
            <a:schemeClr val="tx1"/>
          </a:solidFill>
          <a:latin typeface="+mn-lt"/>
          <a:ea typeface="+mn-ea"/>
        </a:defRPr>
      </a:lvl2pPr>
      <a:lvl3pPr marL="1136679" indent="-223844" algn="l" rtl="0" eaLnBrk="0" fontAlgn="base" latinLnBrk="1" hangingPunct="0">
        <a:spcBef>
          <a:spcPct val="20000"/>
        </a:spcBef>
        <a:spcAft>
          <a:spcPct val="0"/>
        </a:spcAft>
        <a:buChar char="•"/>
        <a:defRPr kumimoji="1" sz="2400">
          <a:solidFill>
            <a:schemeClr val="tx1"/>
          </a:solidFill>
          <a:latin typeface="+mn-lt"/>
          <a:ea typeface="+mn-ea"/>
        </a:defRPr>
      </a:lvl3pPr>
      <a:lvl4pPr marL="1592303" indent="-222255" algn="l" rtl="0" eaLnBrk="0" fontAlgn="base" latinLnBrk="1" hangingPunct="0">
        <a:spcBef>
          <a:spcPct val="20000"/>
        </a:spcBef>
        <a:spcAft>
          <a:spcPct val="0"/>
        </a:spcAft>
        <a:buChar char="–"/>
        <a:defRPr kumimoji="1" sz="2000">
          <a:solidFill>
            <a:schemeClr val="tx1"/>
          </a:solidFill>
          <a:latin typeface="+mn-lt"/>
          <a:ea typeface="+mn-ea"/>
        </a:defRPr>
      </a:lvl4pPr>
      <a:lvl5pPr marL="2049514" indent="-223844" algn="l" rtl="0" eaLnBrk="0" fontAlgn="base" latinLnBrk="1" hangingPunct="0">
        <a:spcBef>
          <a:spcPct val="20000"/>
        </a:spcBef>
        <a:spcAft>
          <a:spcPct val="0"/>
        </a:spcAft>
        <a:buChar char="»"/>
        <a:defRPr kumimoji="1" sz="2000">
          <a:solidFill>
            <a:schemeClr val="tx1"/>
          </a:solidFill>
          <a:latin typeface="+mn-lt"/>
          <a:ea typeface="+mn-ea"/>
        </a:defRPr>
      </a:lvl5pPr>
      <a:lvl6pPr marL="2506726" indent="-223844" algn="l" rtl="0" fontAlgn="base" latinLnBrk="1">
        <a:spcBef>
          <a:spcPct val="20000"/>
        </a:spcBef>
        <a:spcAft>
          <a:spcPct val="0"/>
        </a:spcAft>
        <a:buChar char="»"/>
        <a:defRPr kumimoji="1" sz="2000">
          <a:solidFill>
            <a:schemeClr val="tx1"/>
          </a:solidFill>
          <a:latin typeface="+mn-lt"/>
          <a:ea typeface="+mn-ea"/>
        </a:defRPr>
      </a:lvl6pPr>
      <a:lvl7pPr marL="2963937" indent="-223844" algn="l" rtl="0" fontAlgn="base" latinLnBrk="1">
        <a:spcBef>
          <a:spcPct val="20000"/>
        </a:spcBef>
        <a:spcAft>
          <a:spcPct val="0"/>
        </a:spcAft>
        <a:buChar char="»"/>
        <a:defRPr kumimoji="1" sz="2000">
          <a:solidFill>
            <a:schemeClr val="tx1"/>
          </a:solidFill>
          <a:latin typeface="+mn-lt"/>
          <a:ea typeface="+mn-ea"/>
        </a:defRPr>
      </a:lvl7pPr>
      <a:lvl8pPr marL="3421148" indent="-223844" algn="l" rtl="0" fontAlgn="base" latinLnBrk="1">
        <a:spcBef>
          <a:spcPct val="20000"/>
        </a:spcBef>
        <a:spcAft>
          <a:spcPct val="0"/>
        </a:spcAft>
        <a:buChar char="»"/>
        <a:defRPr kumimoji="1" sz="2000">
          <a:solidFill>
            <a:schemeClr val="tx1"/>
          </a:solidFill>
          <a:latin typeface="+mn-lt"/>
          <a:ea typeface="+mn-ea"/>
        </a:defRPr>
      </a:lvl8pPr>
      <a:lvl9pPr marL="3878360" indent="-223844"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23" rtl="0" eaLnBrk="1" latinLnBrk="1" hangingPunct="1">
        <a:defRPr sz="1800" kern="1200">
          <a:solidFill>
            <a:schemeClr val="tx1"/>
          </a:solidFill>
          <a:latin typeface="+mn-lt"/>
          <a:ea typeface="+mn-ea"/>
          <a:cs typeface="+mn-cs"/>
        </a:defRPr>
      </a:lvl1pPr>
      <a:lvl2pPr marL="457212" algn="l" defTabSz="914423" rtl="0" eaLnBrk="1" latinLnBrk="1" hangingPunct="1">
        <a:defRPr sz="1800" kern="1200">
          <a:solidFill>
            <a:schemeClr val="tx1"/>
          </a:solidFill>
          <a:latin typeface="+mn-lt"/>
          <a:ea typeface="+mn-ea"/>
          <a:cs typeface="+mn-cs"/>
        </a:defRPr>
      </a:lvl2pPr>
      <a:lvl3pPr marL="914423" algn="l" defTabSz="914423" rtl="0" eaLnBrk="1" latinLnBrk="1" hangingPunct="1">
        <a:defRPr sz="1800" kern="1200">
          <a:solidFill>
            <a:schemeClr val="tx1"/>
          </a:solidFill>
          <a:latin typeface="+mn-lt"/>
          <a:ea typeface="+mn-ea"/>
          <a:cs typeface="+mn-cs"/>
        </a:defRPr>
      </a:lvl3pPr>
      <a:lvl4pPr marL="1371634" algn="l" defTabSz="914423" rtl="0" eaLnBrk="1" latinLnBrk="1" hangingPunct="1">
        <a:defRPr sz="1800" kern="1200">
          <a:solidFill>
            <a:schemeClr val="tx1"/>
          </a:solidFill>
          <a:latin typeface="+mn-lt"/>
          <a:ea typeface="+mn-ea"/>
          <a:cs typeface="+mn-cs"/>
        </a:defRPr>
      </a:lvl4pPr>
      <a:lvl5pPr marL="1828846" algn="l" defTabSz="914423" rtl="0" eaLnBrk="1" latinLnBrk="1" hangingPunct="1">
        <a:defRPr sz="1800" kern="1200">
          <a:solidFill>
            <a:schemeClr val="tx1"/>
          </a:solidFill>
          <a:latin typeface="+mn-lt"/>
          <a:ea typeface="+mn-ea"/>
          <a:cs typeface="+mn-cs"/>
        </a:defRPr>
      </a:lvl5pPr>
      <a:lvl6pPr marL="2286057" algn="l" defTabSz="914423" rtl="0" eaLnBrk="1" latinLnBrk="1" hangingPunct="1">
        <a:defRPr sz="1800" kern="1200">
          <a:solidFill>
            <a:schemeClr val="tx1"/>
          </a:solidFill>
          <a:latin typeface="+mn-lt"/>
          <a:ea typeface="+mn-ea"/>
          <a:cs typeface="+mn-cs"/>
        </a:defRPr>
      </a:lvl6pPr>
      <a:lvl7pPr marL="2743269" algn="l" defTabSz="914423" rtl="0" eaLnBrk="1" latinLnBrk="1" hangingPunct="1">
        <a:defRPr sz="1800" kern="1200">
          <a:solidFill>
            <a:schemeClr val="tx1"/>
          </a:solidFill>
          <a:latin typeface="+mn-lt"/>
          <a:ea typeface="+mn-ea"/>
          <a:cs typeface="+mn-cs"/>
        </a:defRPr>
      </a:lvl7pPr>
      <a:lvl8pPr marL="3200480" algn="l" defTabSz="914423" rtl="0" eaLnBrk="1" latinLnBrk="1" hangingPunct="1">
        <a:defRPr sz="1800" kern="1200">
          <a:solidFill>
            <a:schemeClr val="tx1"/>
          </a:solidFill>
          <a:latin typeface="+mn-lt"/>
          <a:ea typeface="+mn-ea"/>
          <a:cs typeface="+mn-cs"/>
        </a:defRPr>
      </a:lvl8pPr>
      <a:lvl9pPr marL="3657691" algn="l" defTabSz="914423" rtl="0" eaLnBrk="1" latinLnBrk="1"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Box 2"/>
          <p:cNvSpPr txBox="1"/>
          <p:nvPr/>
        </p:nvSpPr>
        <p:spPr>
          <a:xfrm>
            <a:off x="5154359" y="105888"/>
            <a:ext cx="1295884" cy="307777"/>
          </a:xfrm>
          <a:prstGeom prst="rect">
            <a:avLst/>
          </a:prstGeom>
          <a:noFill/>
          <a:ln w="3175">
            <a:solidFill>
              <a:schemeClr val="tx1">
                <a:lumMod val="50000"/>
                <a:lumOff val="50000"/>
              </a:schemeClr>
            </a:solidFill>
          </a:ln>
        </p:spPr>
        <p:txBody>
          <a:bodyPr wrap="none" rtlCol="0">
            <a:spAutoFit/>
          </a:bodyPr>
          <a:lstStyle/>
          <a:p>
            <a:pPr defTabSz="914108" latinLnBrk="0"/>
            <a:r>
              <a:rPr lang="en-US" altLang="ko-KR" sz="1400" dirty="0">
                <a:solidFill>
                  <a:srgbClr val="FFFFFF">
                    <a:lumMod val="50000"/>
                  </a:srgbClr>
                </a:solidFill>
                <a:latin typeface="Arial Narrow" panose="020B0606020202030204" pitchFamily="34" charset="0"/>
                <a:ea typeface="LG스마트체 Regular" panose="020B0600000101010101" pitchFamily="50" charset="-127"/>
                <a:cs typeface="Arial" panose="020B0604020202020204" pitchFamily="34" charset="0"/>
              </a:rPr>
              <a:t>LGE Confidential</a:t>
            </a:r>
            <a:endParaRPr lang="ko-KR" altLang="en-US" sz="1400" dirty="0">
              <a:solidFill>
                <a:srgbClr val="FFFFFF">
                  <a:lumMod val="50000"/>
                </a:srgbClr>
              </a:solidFill>
              <a:latin typeface="Arial Narrow" panose="020B0606020202030204" pitchFamily="34" charset="0"/>
              <a:ea typeface="LG스마트체 Regular" panose="020B0600000101010101" pitchFamily="50" charset="-127"/>
              <a:cs typeface="Arial" panose="020B0604020202020204" pitchFamily="34" charset="0"/>
            </a:endParaRPr>
          </a:p>
        </p:txBody>
      </p:sp>
      <p:cxnSp>
        <p:nvCxnSpPr>
          <p:cNvPr id="4" name="직선 연결선 3"/>
          <p:cNvCxnSpPr/>
          <p:nvPr/>
        </p:nvCxnSpPr>
        <p:spPr>
          <a:xfrm>
            <a:off x="2" y="468009"/>
            <a:ext cx="121920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2E0F41E3-5CCA-443D-8043-CD328D56103A}"/>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b="1">
                <a:solidFill>
                  <a:srgbClr val="000000"/>
                </a:solidFill>
                <a:latin typeface="Calibri" panose="020F0502020204030204" pitchFamily="34" charset="0"/>
                <a:cs typeface="Arial" panose="020B0604020202020204" pitchFamily="34" charset="0"/>
              </a:rPr>
              <a:t>LGE Internal Use Only</a:t>
            </a:r>
            <a:endParaRPr lang="ko-KR" altLang="en-US" sz="1200" b="1" dirty="0">
              <a:solidFill>
                <a:srgbClr val="000000"/>
              </a:solidFill>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128363032"/>
      </p:ext>
    </p:extLst>
  </p:cSld>
  <p:clrMap bg1="lt1" tx1="dk1" bg2="lt2" tx2="dk2" accent1="accent1" accent2="accent2" accent3="accent3" accent4="accent4" accent5="accent5" accent6="accent6" hlink="hlink" folHlink="folHlink"/>
  <p:sldLayoutIdLst>
    <p:sldLayoutId id="2147483851" r:id="rId1"/>
  </p:sldLayoutIdLst>
  <p:txStyles>
    <p:titleStyle>
      <a:lvl1pPr algn="ctr" rtl="0" eaLnBrk="1" fontAlgn="base" latinLnBrk="1" hangingPunct="1">
        <a:spcBef>
          <a:spcPct val="0"/>
        </a:spcBef>
        <a:spcAft>
          <a:spcPct val="0"/>
        </a:spcAft>
        <a:defRPr kumimoji="1" sz="4399">
          <a:solidFill>
            <a:schemeClr val="tx2"/>
          </a:solidFill>
          <a:latin typeface="+mj-lt"/>
          <a:ea typeface="+mj-ea"/>
          <a:cs typeface="+mj-cs"/>
        </a:defRPr>
      </a:lvl1pPr>
      <a:lvl2pPr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2pPr>
      <a:lvl3pPr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3pPr>
      <a:lvl4pPr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4pPr>
      <a:lvl5pPr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5pPr>
      <a:lvl6pPr marL="457109"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6pPr>
      <a:lvl7pPr marL="914218"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7pPr>
      <a:lvl8pPr marL="1371327"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8pPr>
      <a:lvl9pPr marL="1828437"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9pPr>
    </p:titleStyle>
    <p:bodyStyle>
      <a:lvl1pPr marL="336483" indent="-336483" algn="l" rtl="0" eaLnBrk="1" fontAlgn="base" latinLnBrk="1" hangingPunct="1">
        <a:spcBef>
          <a:spcPct val="20000"/>
        </a:spcBef>
        <a:spcAft>
          <a:spcPct val="0"/>
        </a:spcAft>
        <a:buChar char="•"/>
        <a:defRPr kumimoji="1" sz="3199">
          <a:solidFill>
            <a:schemeClr val="tx1"/>
          </a:solidFill>
          <a:latin typeface="+mn-lt"/>
          <a:ea typeface="+mn-ea"/>
          <a:cs typeface="+mn-cs"/>
        </a:defRPr>
      </a:lvl1pPr>
      <a:lvl2pPr marL="738041" indent="-279344" algn="l" rtl="0" eaLnBrk="1" fontAlgn="base" latinLnBrk="1" hangingPunct="1">
        <a:spcBef>
          <a:spcPct val="20000"/>
        </a:spcBef>
        <a:spcAft>
          <a:spcPct val="0"/>
        </a:spcAft>
        <a:buChar char="–"/>
        <a:defRPr kumimoji="1" sz="2800">
          <a:solidFill>
            <a:schemeClr val="tx1"/>
          </a:solidFill>
          <a:latin typeface="+mn-lt"/>
          <a:ea typeface="+mn-ea"/>
        </a:defRPr>
      </a:lvl2pPr>
      <a:lvl3pPr marL="1136424" indent="-223794" algn="l" rtl="0" eaLnBrk="1" fontAlgn="base" latinLnBrk="1" hangingPunct="1">
        <a:spcBef>
          <a:spcPct val="20000"/>
        </a:spcBef>
        <a:spcAft>
          <a:spcPct val="0"/>
        </a:spcAft>
        <a:buChar char="•"/>
        <a:defRPr kumimoji="1" sz="2400">
          <a:solidFill>
            <a:schemeClr val="tx1"/>
          </a:solidFill>
          <a:latin typeface="+mn-lt"/>
          <a:ea typeface="+mn-ea"/>
        </a:defRPr>
      </a:lvl3pPr>
      <a:lvl4pPr marL="1591946" indent="-222206" algn="l" rtl="0" eaLnBrk="1" fontAlgn="base" latinLnBrk="1" hangingPunct="1">
        <a:spcBef>
          <a:spcPct val="20000"/>
        </a:spcBef>
        <a:spcAft>
          <a:spcPct val="0"/>
        </a:spcAft>
        <a:buChar char="–"/>
        <a:defRPr kumimoji="1" sz="2000">
          <a:solidFill>
            <a:schemeClr val="tx1"/>
          </a:solidFill>
          <a:latin typeface="+mn-lt"/>
          <a:ea typeface="+mn-ea"/>
        </a:defRPr>
      </a:lvl4pPr>
      <a:lvl5pPr marL="2049055" indent="-223794" algn="l" rtl="0" eaLnBrk="1" fontAlgn="base" latinLnBrk="1" hangingPunct="1">
        <a:spcBef>
          <a:spcPct val="20000"/>
        </a:spcBef>
        <a:spcAft>
          <a:spcPct val="0"/>
        </a:spcAft>
        <a:buChar char="»"/>
        <a:defRPr kumimoji="1" sz="2000">
          <a:solidFill>
            <a:schemeClr val="tx1"/>
          </a:solidFill>
          <a:latin typeface="+mn-lt"/>
          <a:ea typeface="+mn-ea"/>
        </a:defRPr>
      </a:lvl5pPr>
      <a:lvl6pPr marL="2506165" indent="-223794" algn="l" rtl="0" eaLnBrk="1" fontAlgn="base" latinLnBrk="1" hangingPunct="1">
        <a:spcBef>
          <a:spcPct val="20000"/>
        </a:spcBef>
        <a:spcAft>
          <a:spcPct val="0"/>
        </a:spcAft>
        <a:buChar char="»"/>
        <a:defRPr kumimoji="1" sz="2000">
          <a:solidFill>
            <a:schemeClr val="tx1"/>
          </a:solidFill>
          <a:latin typeface="+mn-lt"/>
          <a:ea typeface="+mn-ea"/>
        </a:defRPr>
      </a:lvl6pPr>
      <a:lvl7pPr marL="2963274" indent="-223794" algn="l" rtl="0" eaLnBrk="1" fontAlgn="base" latinLnBrk="1" hangingPunct="1">
        <a:spcBef>
          <a:spcPct val="20000"/>
        </a:spcBef>
        <a:spcAft>
          <a:spcPct val="0"/>
        </a:spcAft>
        <a:buChar char="»"/>
        <a:defRPr kumimoji="1" sz="2000">
          <a:solidFill>
            <a:schemeClr val="tx1"/>
          </a:solidFill>
          <a:latin typeface="+mn-lt"/>
          <a:ea typeface="+mn-ea"/>
        </a:defRPr>
      </a:lvl7pPr>
      <a:lvl8pPr marL="3420383" indent="-223794" algn="l" rtl="0" eaLnBrk="1" fontAlgn="base" latinLnBrk="1" hangingPunct="1">
        <a:spcBef>
          <a:spcPct val="20000"/>
        </a:spcBef>
        <a:spcAft>
          <a:spcPct val="0"/>
        </a:spcAft>
        <a:buChar char="»"/>
        <a:defRPr kumimoji="1" sz="2000">
          <a:solidFill>
            <a:schemeClr val="tx1"/>
          </a:solidFill>
          <a:latin typeface="+mn-lt"/>
          <a:ea typeface="+mn-ea"/>
        </a:defRPr>
      </a:lvl8pPr>
      <a:lvl9pPr marL="3877492" indent="-223794" algn="l" rtl="0" eaLnBrk="1" fontAlgn="base" latinLnBrk="1" hangingPunct="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218" rtl="0" eaLnBrk="1" latinLnBrk="1" hangingPunct="1">
        <a:defRPr sz="1800" kern="1200">
          <a:solidFill>
            <a:schemeClr val="tx1"/>
          </a:solidFill>
          <a:latin typeface="+mn-lt"/>
          <a:ea typeface="+mn-ea"/>
          <a:cs typeface="+mn-cs"/>
        </a:defRPr>
      </a:lvl1pPr>
      <a:lvl2pPr marL="457109" algn="l" defTabSz="914218" rtl="0" eaLnBrk="1" latinLnBrk="1" hangingPunct="1">
        <a:defRPr sz="1800" kern="1200">
          <a:solidFill>
            <a:schemeClr val="tx1"/>
          </a:solidFill>
          <a:latin typeface="+mn-lt"/>
          <a:ea typeface="+mn-ea"/>
          <a:cs typeface="+mn-cs"/>
        </a:defRPr>
      </a:lvl2pPr>
      <a:lvl3pPr marL="914218" algn="l" defTabSz="914218" rtl="0" eaLnBrk="1" latinLnBrk="1" hangingPunct="1">
        <a:defRPr sz="1800" kern="1200">
          <a:solidFill>
            <a:schemeClr val="tx1"/>
          </a:solidFill>
          <a:latin typeface="+mn-lt"/>
          <a:ea typeface="+mn-ea"/>
          <a:cs typeface="+mn-cs"/>
        </a:defRPr>
      </a:lvl3pPr>
      <a:lvl4pPr marL="1371327" algn="l" defTabSz="914218" rtl="0" eaLnBrk="1" latinLnBrk="1" hangingPunct="1">
        <a:defRPr sz="1800" kern="1200">
          <a:solidFill>
            <a:schemeClr val="tx1"/>
          </a:solidFill>
          <a:latin typeface="+mn-lt"/>
          <a:ea typeface="+mn-ea"/>
          <a:cs typeface="+mn-cs"/>
        </a:defRPr>
      </a:lvl4pPr>
      <a:lvl5pPr marL="1828437" algn="l" defTabSz="914218" rtl="0" eaLnBrk="1" latinLnBrk="1" hangingPunct="1">
        <a:defRPr sz="1800" kern="1200">
          <a:solidFill>
            <a:schemeClr val="tx1"/>
          </a:solidFill>
          <a:latin typeface="+mn-lt"/>
          <a:ea typeface="+mn-ea"/>
          <a:cs typeface="+mn-cs"/>
        </a:defRPr>
      </a:lvl5pPr>
      <a:lvl6pPr marL="2285545" algn="l" defTabSz="914218" rtl="0" eaLnBrk="1" latinLnBrk="1" hangingPunct="1">
        <a:defRPr sz="1800" kern="1200">
          <a:solidFill>
            <a:schemeClr val="tx1"/>
          </a:solidFill>
          <a:latin typeface="+mn-lt"/>
          <a:ea typeface="+mn-ea"/>
          <a:cs typeface="+mn-cs"/>
        </a:defRPr>
      </a:lvl6pPr>
      <a:lvl7pPr marL="2742654" algn="l" defTabSz="914218" rtl="0" eaLnBrk="1" latinLnBrk="1" hangingPunct="1">
        <a:defRPr sz="1800" kern="1200">
          <a:solidFill>
            <a:schemeClr val="tx1"/>
          </a:solidFill>
          <a:latin typeface="+mn-lt"/>
          <a:ea typeface="+mn-ea"/>
          <a:cs typeface="+mn-cs"/>
        </a:defRPr>
      </a:lvl7pPr>
      <a:lvl8pPr marL="3199764" algn="l" defTabSz="914218" rtl="0" eaLnBrk="1" latinLnBrk="1" hangingPunct="1">
        <a:defRPr sz="1800" kern="1200">
          <a:solidFill>
            <a:schemeClr val="tx1"/>
          </a:solidFill>
          <a:latin typeface="+mn-lt"/>
          <a:ea typeface="+mn-ea"/>
          <a:cs typeface="+mn-cs"/>
        </a:defRPr>
      </a:lvl8pPr>
      <a:lvl9pPr marL="3656873" algn="l" defTabSz="914218" rtl="0" eaLnBrk="1" latinLnBrk="1"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Box 2"/>
          <p:cNvSpPr txBox="1"/>
          <p:nvPr/>
        </p:nvSpPr>
        <p:spPr>
          <a:xfrm>
            <a:off x="5154362" y="105888"/>
            <a:ext cx="1295884" cy="307777"/>
          </a:xfrm>
          <a:prstGeom prst="rect">
            <a:avLst/>
          </a:prstGeom>
          <a:noFill/>
          <a:ln w="3175">
            <a:solidFill>
              <a:schemeClr val="tx1">
                <a:lumMod val="50000"/>
                <a:lumOff val="50000"/>
              </a:schemeClr>
            </a:solidFill>
          </a:ln>
        </p:spPr>
        <p:txBody>
          <a:bodyPr wrap="none" rtlCol="0">
            <a:spAutoFit/>
          </a:bodyPr>
          <a:lstStyle/>
          <a:p>
            <a:pPr defTabSz="914106" latinLnBrk="0"/>
            <a:r>
              <a:rPr lang="en-US" altLang="ko-KR" sz="1400" dirty="0">
                <a:solidFill>
                  <a:srgbClr val="FFFFFF">
                    <a:lumMod val="50000"/>
                  </a:srgbClr>
                </a:solidFill>
                <a:latin typeface="Arial Narrow" panose="020B0606020202030204" pitchFamily="34" charset="0"/>
                <a:ea typeface="LG스마트체 Regular" panose="020B0600000101010101" pitchFamily="50" charset="-127"/>
                <a:cs typeface="Arial" panose="020B0604020202020204" pitchFamily="34" charset="0"/>
              </a:rPr>
              <a:t>LGE Confidential</a:t>
            </a:r>
            <a:endParaRPr lang="ko-KR" altLang="en-US" sz="1400" dirty="0">
              <a:solidFill>
                <a:srgbClr val="FFFFFF">
                  <a:lumMod val="50000"/>
                </a:srgbClr>
              </a:solidFill>
              <a:latin typeface="Arial Narrow" panose="020B0606020202030204" pitchFamily="34" charset="0"/>
              <a:ea typeface="LG스마트체 Regular" panose="020B0600000101010101" pitchFamily="50" charset="-127"/>
              <a:cs typeface="Arial" panose="020B0604020202020204" pitchFamily="34" charset="0"/>
            </a:endParaRPr>
          </a:p>
        </p:txBody>
      </p:sp>
      <p:cxnSp>
        <p:nvCxnSpPr>
          <p:cNvPr id="4" name="직선 연결선 3"/>
          <p:cNvCxnSpPr/>
          <p:nvPr/>
        </p:nvCxnSpPr>
        <p:spPr>
          <a:xfrm>
            <a:off x="4" y="468009"/>
            <a:ext cx="12192000"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CD0C0EAE-7DB4-4A19-8548-1026DCC31F91}"/>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b="1">
                <a:solidFill>
                  <a:srgbClr val="000000"/>
                </a:solidFill>
                <a:latin typeface="Calibri" panose="020F0502020204030204" pitchFamily="34" charset="0"/>
                <a:cs typeface="Arial" panose="020B0604020202020204" pitchFamily="34" charset="0"/>
              </a:rPr>
              <a:t>LGE Internal Use Only</a:t>
            </a:r>
            <a:endParaRPr lang="ko-KR" altLang="en-US" sz="1200" b="1" dirty="0">
              <a:solidFill>
                <a:srgbClr val="000000"/>
              </a:solidFill>
              <a:latin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352349153"/>
      </p:ext>
    </p:extLst>
  </p:cSld>
  <p:clrMap bg1="lt1" tx1="dk1" bg2="lt2" tx2="dk2" accent1="accent1" accent2="accent2" accent3="accent3" accent4="accent4" accent5="accent5" accent6="accent6" hlink="hlink" folHlink="folHlink"/>
  <p:sldLayoutIdLst>
    <p:sldLayoutId id="2147483809" r:id="rId1"/>
  </p:sldLayoutIdLst>
  <p:txStyles>
    <p:titleStyle>
      <a:lvl1pPr algn="ctr" rtl="0" eaLnBrk="1" fontAlgn="base" latinLnBrk="1" hangingPunct="1">
        <a:spcBef>
          <a:spcPct val="0"/>
        </a:spcBef>
        <a:spcAft>
          <a:spcPct val="0"/>
        </a:spcAft>
        <a:defRPr kumimoji="1" sz="4399">
          <a:solidFill>
            <a:schemeClr val="tx2"/>
          </a:solidFill>
          <a:latin typeface="+mj-lt"/>
          <a:ea typeface="+mj-ea"/>
          <a:cs typeface="+mj-cs"/>
        </a:defRPr>
      </a:lvl1pPr>
      <a:lvl2pPr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2pPr>
      <a:lvl3pPr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3pPr>
      <a:lvl4pPr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4pPr>
      <a:lvl5pPr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5pPr>
      <a:lvl6pPr marL="457108"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6pPr>
      <a:lvl7pPr marL="914216"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7pPr>
      <a:lvl8pPr marL="1371324"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8pPr>
      <a:lvl9pPr marL="1828433" algn="ctr" rtl="0" eaLnBrk="1" fontAlgn="base" latinLnBrk="1" hangingPunct="1">
        <a:spcBef>
          <a:spcPct val="0"/>
        </a:spcBef>
        <a:spcAft>
          <a:spcPct val="0"/>
        </a:spcAft>
        <a:defRPr kumimoji="1" sz="4399">
          <a:solidFill>
            <a:schemeClr val="tx2"/>
          </a:solidFill>
          <a:latin typeface="굴림" pitchFamily="50" charset="-127"/>
          <a:ea typeface="굴림" pitchFamily="50" charset="-127"/>
        </a:defRPr>
      </a:lvl9pPr>
    </p:titleStyle>
    <p:bodyStyle>
      <a:lvl1pPr marL="336482" indent="-336482" algn="l" rtl="0" eaLnBrk="1" fontAlgn="base" latinLnBrk="1" hangingPunct="1">
        <a:spcBef>
          <a:spcPct val="20000"/>
        </a:spcBef>
        <a:spcAft>
          <a:spcPct val="0"/>
        </a:spcAft>
        <a:buChar char="•"/>
        <a:defRPr kumimoji="1" sz="3199">
          <a:solidFill>
            <a:schemeClr val="tx1"/>
          </a:solidFill>
          <a:latin typeface="+mn-lt"/>
          <a:ea typeface="+mn-ea"/>
          <a:cs typeface="+mn-cs"/>
        </a:defRPr>
      </a:lvl1pPr>
      <a:lvl2pPr marL="738039" indent="-279344" algn="l" rtl="0" eaLnBrk="1" fontAlgn="base" latinLnBrk="1" hangingPunct="1">
        <a:spcBef>
          <a:spcPct val="20000"/>
        </a:spcBef>
        <a:spcAft>
          <a:spcPct val="0"/>
        </a:spcAft>
        <a:buChar char="–"/>
        <a:defRPr kumimoji="1" sz="2800">
          <a:solidFill>
            <a:schemeClr val="tx1"/>
          </a:solidFill>
          <a:latin typeface="+mn-lt"/>
          <a:ea typeface="+mn-ea"/>
        </a:defRPr>
      </a:lvl2pPr>
      <a:lvl3pPr marL="1136422" indent="-223794" algn="l" rtl="0" eaLnBrk="1" fontAlgn="base" latinLnBrk="1" hangingPunct="1">
        <a:spcBef>
          <a:spcPct val="20000"/>
        </a:spcBef>
        <a:spcAft>
          <a:spcPct val="0"/>
        </a:spcAft>
        <a:buChar char="•"/>
        <a:defRPr kumimoji="1" sz="2400">
          <a:solidFill>
            <a:schemeClr val="tx1"/>
          </a:solidFill>
          <a:latin typeface="+mn-lt"/>
          <a:ea typeface="+mn-ea"/>
        </a:defRPr>
      </a:lvl3pPr>
      <a:lvl4pPr marL="1591943" indent="-222205" algn="l" rtl="0" eaLnBrk="1" fontAlgn="base" latinLnBrk="1" hangingPunct="1">
        <a:spcBef>
          <a:spcPct val="20000"/>
        </a:spcBef>
        <a:spcAft>
          <a:spcPct val="0"/>
        </a:spcAft>
        <a:buChar char="–"/>
        <a:defRPr kumimoji="1" sz="2000">
          <a:solidFill>
            <a:schemeClr val="tx1"/>
          </a:solidFill>
          <a:latin typeface="+mn-lt"/>
          <a:ea typeface="+mn-ea"/>
        </a:defRPr>
      </a:lvl4pPr>
      <a:lvl5pPr marL="2049051" indent="-223794" algn="l" rtl="0" eaLnBrk="1" fontAlgn="base" latinLnBrk="1" hangingPunct="1">
        <a:spcBef>
          <a:spcPct val="20000"/>
        </a:spcBef>
        <a:spcAft>
          <a:spcPct val="0"/>
        </a:spcAft>
        <a:buChar char="»"/>
        <a:defRPr kumimoji="1" sz="2000">
          <a:solidFill>
            <a:schemeClr val="tx1"/>
          </a:solidFill>
          <a:latin typeface="+mn-lt"/>
          <a:ea typeface="+mn-ea"/>
        </a:defRPr>
      </a:lvl5pPr>
      <a:lvl6pPr marL="2506160" indent="-223794" algn="l" rtl="0" eaLnBrk="1" fontAlgn="base" latinLnBrk="1" hangingPunct="1">
        <a:spcBef>
          <a:spcPct val="20000"/>
        </a:spcBef>
        <a:spcAft>
          <a:spcPct val="0"/>
        </a:spcAft>
        <a:buChar char="»"/>
        <a:defRPr kumimoji="1" sz="2000">
          <a:solidFill>
            <a:schemeClr val="tx1"/>
          </a:solidFill>
          <a:latin typeface="+mn-lt"/>
          <a:ea typeface="+mn-ea"/>
        </a:defRPr>
      </a:lvl6pPr>
      <a:lvl7pPr marL="2963268" indent="-223794" algn="l" rtl="0" eaLnBrk="1" fontAlgn="base" latinLnBrk="1" hangingPunct="1">
        <a:spcBef>
          <a:spcPct val="20000"/>
        </a:spcBef>
        <a:spcAft>
          <a:spcPct val="0"/>
        </a:spcAft>
        <a:buChar char="»"/>
        <a:defRPr kumimoji="1" sz="2000">
          <a:solidFill>
            <a:schemeClr val="tx1"/>
          </a:solidFill>
          <a:latin typeface="+mn-lt"/>
          <a:ea typeface="+mn-ea"/>
        </a:defRPr>
      </a:lvl7pPr>
      <a:lvl8pPr marL="3420376" indent="-223794" algn="l" rtl="0" eaLnBrk="1" fontAlgn="base" latinLnBrk="1" hangingPunct="1">
        <a:spcBef>
          <a:spcPct val="20000"/>
        </a:spcBef>
        <a:spcAft>
          <a:spcPct val="0"/>
        </a:spcAft>
        <a:buChar char="»"/>
        <a:defRPr kumimoji="1" sz="2000">
          <a:solidFill>
            <a:schemeClr val="tx1"/>
          </a:solidFill>
          <a:latin typeface="+mn-lt"/>
          <a:ea typeface="+mn-ea"/>
        </a:defRPr>
      </a:lvl8pPr>
      <a:lvl9pPr marL="3877484" indent="-223794" algn="l" rtl="0" eaLnBrk="1" fontAlgn="base" latinLnBrk="1" hangingPunct="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216" rtl="0" eaLnBrk="1" latinLnBrk="1" hangingPunct="1">
        <a:defRPr sz="1800" kern="1200">
          <a:solidFill>
            <a:schemeClr val="tx1"/>
          </a:solidFill>
          <a:latin typeface="+mn-lt"/>
          <a:ea typeface="+mn-ea"/>
          <a:cs typeface="+mn-cs"/>
        </a:defRPr>
      </a:lvl1pPr>
      <a:lvl2pPr marL="457108" algn="l" defTabSz="914216" rtl="0" eaLnBrk="1" latinLnBrk="1" hangingPunct="1">
        <a:defRPr sz="1800" kern="1200">
          <a:solidFill>
            <a:schemeClr val="tx1"/>
          </a:solidFill>
          <a:latin typeface="+mn-lt"/>
          <a:ea typeface="+mn-ea"/>
          <a:cs typeface="+mn-cs"/>
        </a:defRPr>
      </a:lvl2pPr>
      <a:lvl3pPr marL="914216" algn="l" defTabSz="914216" rtl="0" eaLnBrk="1" latinLnBrk="1" hangingPunct="1">
        <a:defRPr sz="1800" kern="1200">
          <a:solidFill>
            <a:schemeClr val="tx1"/>
          </a:solidFill>
          <a:latin typeface="+mn-lt"/>
          <a:ea typeface="+mn-ea"/>
          <a:cs typeface="+mn-cs"/>
        </a:defRPr>
      </a:lvl3pPr>
      <a:lvl4pPr marL="1371324" algn="l" defTabSz="914216" rtl="0" eaLnBrk="1" latinLnBrk="1" hangingPunct="1">
        <a:defRPr sz="1800" kern="1200">
          <a:solidFill>
            <a:schemeClr val="tx1"/>
          </a:solidFill>
          <a:latin typeface="+mn-lt"/>
          <a:ea typeface="+mn-ea"/>
          <a:cs typeface="+mn-cs"/>
        </a:defRPr>
      </a:lvl4pPr>
      <a:lvl5pPr marL="1828433" algn="l" defTabSz="914216" rtl="0" eaLnBrk="1" latinLnBrk="1" hangingPunct="1">
        <a:defRPr sz="1800" kern="1200">
          <a:solidFill>
            <a:schemeClr val="tx1"/>
          </a:solidFill>
          <a:latin typeface="+mn-lt"/>
          <a:ea typeface="+mn-ea"/>
          <a:cs typeface="+mn-cs"/>
        </a:defRPr>
      </a:lvl5pPr>
      <a:lvl6pPr marL="2285540" algn="l" defTabSz="914216" rtl="0" eaLnBrk="1" latinLnBrk="1" hangingPunct="1">
        <a:defRPr sz="1800" kern="1200">
          <a:solidFill>
            <a:schemeClr val="tx1"/>
          </a:solidFill>
          <a:latin typeface="+mn-lt"/>
          <a:ea typeface="+mn-ea"/>
          <a:cs typeface="+mn-cs"/>
        </a:defRPr>
      </a:lvl6pPr>
      <a:lvl7pPr marL="2742648" algn="l" defTabSz="914216" rtl="0" eaLnBrk="1" latinLnBrk="1" hangingPunct="1">
        <a:defRPr sz="1800" kern="1200">
          <a:solidFill>
            <a:schemeClr val="tx1"/>
          </a:solidFill>
          <a:latin typeface="+mn-lt"/>
          <a:ea typeface="+mn-ea"/>
          <a:cs typeface="+mn-cs"/>
        </a:defRPr>
      </a:lvl7pPr>
      <a:lvl8pPr marL="3199758" algn="l" defTabSz="914216" rtl="0" eaLnBrk="1" latinLnBrk="1" hangingPunct="1">
        <a:defRPr sz="1800" kern="1200">
          <a:solidFill>
            <a:schemeClr val="tx1"/>
          </a:solidFill>
          <a:latin typeface="+mn-lt"/>
          <a:ea typeface="+mn-ea"/>
          <a:cs typeface="+mn-cs"/>
        </a:defRPr>
      </a:lvl8pPr>
      <a:lvl9pPr marL="3656866" algn="l" defTabSz="914216" rtl="0" eaLnBrk="1" latinLnBrk="1"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Line 14"/>
          <p:cNvSpPr>
            <a:spLocks noChangeShapeType="1"/>
          </p:cNvSpPr>
          <p:nvPr/>
        </p:nvSpPr>
        <p:spPr bwMode="auto">
          <a:xfrm>
            <a:off x="0" y="534987"/>
            <a:ext cx="12192000"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lIns="91429" tIns="45714" rIns="91429" bIns="45714"/>
          <a:lstStyle/>
          <a:p>
            <a:pPr defTabSz="914285" fontAlgn="base">
              <a:spcBef>
                <a:spcPct val="0"/>
              </a:spcBef>
              <a:spcAft>
                <a:spcPct val="0"/>
              </a:spcAft>
            </a:pPr>
            <a:endParaRPr kumimoji="1" lang="ko-KR" altLang="en-US" sz="1300" b="1" dirty="0">
              <a:solidFill>
                <a:srgbClr val="000000"/>
              </a:solidFill>
              <a:ea typeface="LG스마트체 Regular" panose="020B0600000101010101" pitchFamily="50" charset="-127"/>
            </a:endParaRPr>
          </a:p>
        </p:txBody>
      </p:sp>
      <p:sp>
        <p:nvSpPr>
          <p:cNvPr id="5" name="직사각형 4"/>
          <p:cNvSpPr/>
          <p:nvPr userDrawn="1"/>
        </p:nvSpPr>
        <p:spPr>
          <a:xfrm>
            <a:off x="5113307" y="134810"/>
            <a:ext cx="1957570" cy="285566"/>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dirty="0">
                <a:solidFill>
                  <a:srgbClr val="000000">
                    <a:lumMod val="65000"/>
                    <a:lumOff val="35000"/>
                  </a:srgbClr>
                </a:solidFill>
              </a:rPr>
              <a:t>LGE Internal Use Only</a:t>
            </a:r>
            <a:endParaRPr lang="ko-KR" altLang="en-US" sz="1300" dirty="0">
              <a:solidFill>
                <a:srgbClr val="000000">
                  <a:lumMod val="65000"/>
                  <a:lumOff val="35000"/>
                </a:srgbClr>
              </a:solidFill>
            </a:endParaRPr>
          </a:p>
        </p:txBody>
      </p:sp>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E64A0A24-5283-4AF0-88BA-B3573BD2F98A}"/>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lnSpc>
                <a:spcPct val="120000"/>
              </a:lnSpc>
              <a:spcBef>
                <a:spcPts val="0"/>
              </a:spcBef>
              <a:spcAft>
                <a:spcPts val="0"/>
              </a:spcAft>
            </a:pPr>
            <a:r>
              <a:rPr lang="en-US" altLang="ko-KR" sz="1200" i="1" u="sng">
                <a:solidFill>
                  <a:srgbClr val="000000"/>
                </a:solidFill>
                <a:latin typeface="Calibri" panose="020F0502020204030204" pitchFamily="34" charset="0"/>
                <a:ea typeface="LG스마트체 Regular" panose="020B0600000101010101" pitchFamily="50" charset="-127"/>
              </a:rPr>
              <a:t>LGE Internal Use Only</a:t>
            </a:r>
            <a:endParaRPr lang="ko-KR" altLang="en-US" sz="1200" i="1" u="sng">
              <a:solidFill>
                <a:srgbClr val="000000"/>
              </a:solidFill>
              <a:latin typeface="Calibri" panose="020F0502020204030204" pitchFamily="34" charset="0"/>
              <a:ea typeface="LG스마트체 Regular" panose="020B0600000101010101" pitchFamily="50" charset="-127"/>
            </a:endParaRPr>
          </a:p>
        </p:txBody>
      </p:sp>
    </p:spTree>
    <p:extLst>
      <p:ext uri="{BB962C8B-B14F-4D97-AF65-F5344CB8AC3E}">
        <p14:creationId xmlns:p14="http://schemas.microsoft.com/office/powerpoint/2010/main" val="32984427"/>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198"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395"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592"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789"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36549" indent="-336549"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38183" indent="-279399" algn="l" rtl="0" eaLnBrk="0" fontAlgn="base" latinLnBrk="1" hangingPunct="0">
        <a:spcBef>
          <a:spcPct val="20000"/>
        </a:spcBef>
        <a:spcAft>
          <a:spcPct val="0"/>
        </a:spcAft>
        <a:buChar char="–"/>
        <a:defRPr kumimoji="1" sz="2800">
          <a:solidFill>
            <a:schemeClr val="tx1"/>
          </a:solidFill>
          <a:latin typeface="+mn-lt"/>
          <a:ea typeface="+mn-ea"/>
        </a:defRPr>
      </a:lvl2pPr>
      <a:lvl3pPr marL="1136644" indent="-223837" algn="l" rtl="0" eaLnBrk="0" fontAlgn="base" latinLnBrk="1" hangingPunct="0">
        <a:spcBef>
          <a:spcPct val="20000"/>
        </a:spcBef>
        <a:spcAft>
          <a:spcPct val="0"/>
        </a:spcAft>
        <a:buChar char="•"/>
        <a:defRPr kumimoji="1" sz="2400">
          <a:solidFill>
            <a:schemeClr val="tx1"/>
          </a:solidFill>
          <a:latin typeface="+mn-lt"/>
          <a:ea typeface="+mn-ea"/>
        </a:defRPr>
      </a:lvl3pPr>
      <a:lvl4pPr marL="1592254" indent="-222249" algn="l" rtl="0" eaLnBrk="0" fontAlgn="base" latinLnBrk="1" hangingPunct="0">
        <a:spcBef>
          <a:spcPct val="20000"/>
        </a:spcBef>
        <a:spcAft>
          <a:spcPct val="0"/>
        </a:spcAft>
        <a:buChar char="–"/>
        <a:defRPr kumimoji="1" sz="2000">
          <a:solidFill>
            <a:schemeClr val="tx1"/>
          </a:solidFill>
          <a:latin typeface="+mn-lt"/>
          <a:ea typeface="+mn-ea"/>
        </a:defRPr>
      </a:lvl4pPr>
      <a:lvl5pPr marL="2049451" indent="-223837" algn="l" rtl="0" eaLnBrk="0" fontAlgn="base" latinLnBrk="1" hangingPunct="0">
        <a:spcBef>
          <a:spcPct val="20000"/>
        </a:spcBef>
        <a:spcAft>
          <a:spcPct val="0"/>
        </a:spcAft>
        <a:buChar char="»"/>
        <a:defRPr kumimoji="1" sz="2000">
          <a:solidFill>
            <a:schemeClr val="tx1"/>
          </a:solidFill>
          <a:latin typeface="+mn-lt"/>
          <a:ea typeface="+mn-ea"/>
        </a:defRPr>
      </a:lvl5pPr>
      <a:lvl6pPr marL="2506649" indent="-223837" algn="l" rtl="0" fontAlgn="base" latinLnBrk="1">
        <a:spcBef>
          <a:spcPct val="20000"/>
        </a:spcBef>
        <a:spcAft>
          <a:spcPct val="0"/>
        </a:spcAft>
        <a:buChar char="»"/>
        <a:defRPr kumimoji="1" sz="2000">
          <a:solidFill>
            <a:schemeClr val="tx1"/>
          </a:solidFill>
          <a:latin typeface="+mn-lt"/>
          <a:ea typeface="+mn-ea"/>
        </a:defRPr>
      </a:lvl6pPr>
      <a:lvl7pPr marL="2963845" indent="-223837" algn="l" rtl="0" fontAlgn="base" latinLnBrk="1">
        <a:spcBef>
          <a:spcPct val="20000"/>
        </a:spcBef>
        <a:spcAft>
          <a:spcPct val="0"/>
        </a:spcAft>
        <a:buChar char="»"/>
        <a:defRPr kumimoji="1" sz="2000">
          <a:solidFill>
            <a:schemeClr val="tx1"/>
          </a:solidFill>
          <a:latin typeface="+mn-lt"/>
          <a:ea typeface="+mn-ea"/>
        </a:defRPr>
      </a:lvl7pPr>
      <a:lvl8pPr marL="3421043" indent="-223837" algn="l" rtl="0" fontAlgn="base" latinLnBrk="1">
        <a:spcBef>
          <a:spcPct val="20000"/>
        </a:spcBef>
        <a:spcAft>
          <a:spcPct val="0"/>
        </a:spcAft>
        <a:buChar char="»"/>
        <a:defRPr kumimoji="1" sz="2000">
          <a:solidFill>
            <a:schemeClr val="tx1"/>
          </a:solidFill>
          <a:latin typeface="+mn-lt"/>
          <a:ea typeface="+mn-ea"/>
        </a:defRPr>
      </a:lvl8pPr>
      <a:lvl9pPr marL="3878240" indent="-223837"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395" rtl="0" eaLnBrk="1" latinLnBrk="1" hangingPunct="1">
        <a:defRPr sz="1799" kern="1200">
          <a:solidFill>
            <a:schemeClr val="tx1"/>
          </a:solidFill>
          <a:latin typeface="+mn-lt"/>
          <a:ea typeface="+mn-ea"/>
          <a:cs typeface="+mn-cs"/>
        </a:defRPr>
      </a:lvl1pPr>
      <a:lvl2pPr marL="457198" algn="l" defTabSz="914395" rtl="0" eaLnBrk="1" latinLnBrk="1" hangingPunct="1">
        <a:defRPr sz="1799" kern="1200">
          <a:solidFill>
            <a:schemeClr val="tx1"/>
          </a:solidFill>
          <a:latin typeface="+mn-lt"/>
          <a:ea typeface="+mn-ea"/>
          <a:cs typeface="+mn-cs"/>
        </a:defRPr>
      </a:lvl2pPr>
      <a:lvl3pPr marL="914395" algn="l" defTabSz="914395" rtl="0" eaLnBrk="1" latinLnBrk="1" hangingPunct="1">
        <a:defRPr sz="1799" kern="1200">
          <a:solidFill>
            <a:schemeClr val="tx1"/>
          </a:solidFill>
          <a:latin typeface="+mn-lt"/>
          <a:ea typeface="+mn-ea"/>
          <a:cs typeface="+mn-cs"/>
        </a:defRPr>
      </a:lvl3pPr>
      <a:lvl4pPr marL="1371592" algn="l" defTabSz="914395" rtl="0" eaLnBrk="1" latinLnBrk="1" hangingPunct="1">
        <a:defRPr sz="1799" kern="1200">
          <a:solidFill>
            <a:schemeClr val="tx1"/>
          </a:solidFill>
          <a:latin typeface="+mn-lt"/>
          <a:ea typeface="+mn-ea"/>
          <a:cs typeface="+mn-cs"/>
        </a:defRPr>
      </a:lvl4pPr>
      <a:lvl5pPr marL="1828789" algn="l" defTabSz="914395" rtl="0" eaLnBrk="1" latinLnBrk="1" hangingPunct="1">
        <a:defRPr sz="1799" kern="1200">
          <a:solidFill>
            <a:schemeClr val="tx1"/>
          </a:solidFill>
          <a:latin typeface="+mn-lt"/>
          <a:ea typeface="+mn-ea"/>
          <a:cs typeface="+mn-cs"/>
        </a:defRPr>
      </a:lvl5pPr>
      <a:lvl6pPr marL="2285987" algn="l" defTabSz="914395" rtl="0" eaLnBrk="1" latinLnBrk="1" hangingPunct="1">
        <a:defRPr sz="1799" kern="1200">
          <a:solidFill>
            <a:schemeClr val="tx1"/>
          </a:solidFill>
          <a:latin typeface="+mn-lt"/>
          <a:ea typeface="+mn-ea"/>
          <a:cs typeface="+mn-cs"/>
        </a:defRPr>
      </a:lvl6pPr>
      <a:lvl7pPr marL="2743184" algn="l" defTabSz="914395" rtl="0" eaLnBrk="1" latinLnBrk="1" hangingPunct="1">
        <a:defRPr sz="1799" kern="1200">
          <a:solidFill>
            <a:schemeClr val="tx1"/>
          </a:solidFill>
          <a:latin typeface="+mn-lt"/>
          <a:ea typeface="+mn-ea"/>
          <a:cs typeface="+mn-cs"/>
        </a:defRPr>
      </a:lvl7pPr>
      <a:lvl8pPr marL="3200382" algn="l" defTabSz="914395" rtl="0" eaLnBrk="1" latinLnBrk="1" hangingPunct="1">
        <a:defRPr sz="1799" kern="1200">
          <a:solidFill>
            <a:schemeClr val="tx1"/>
          </a:solidFill>
          <a:latin typeface="+mn-lt"/>
          <a:ea typeface="+mn-ea"/>
          <a:cs typeface="+mn-cs"/>
        </a:defRPr>
      </a:lvl8pPr>
      <a:lvl9pPr marL="3657579" algn="l" defTabSz="914395" rtl="0" eaLnBrk="1" latinLnBrk="1" hangingPunct="1">
        <a:defRPr sz="1799"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Line 14"/>
          <p:cNvSpPr>
            <a:spLocks noChangeShapeType="1"/>
          </p:cNvSpPr>
          <p:nvPr/>
        </p:nvSpPr>
        <p:spPr bwMode="auto">
          <a:xfrm>
            <a:off x="0" y="534987"/>
            <a:ext cx="12192000" cy="0"/>
          </a:xfrm>
          <a:prstGeom prst="line">
            <a:avLst/>
          </a:prstGeom>
          <a:noFill/>
          <a:ln w="3175">
            <a:solidFill>
              <a:schemeClr val="tx1"/>
            </a:solidFill>
            <a:round/>
            <a:headEnd/>
            <a:tailEnd/>
          </a:ln>
          <a:extLst>
            <a:ext uri="{909E8E84-426E-40DD-AFC4-6F175D3DCCD1}">
              <a14:hiddenFill xmlns:a14="http://schemas.microsoft.com/office/drawing/2010/main">
                <a:noFill/>
              </a14:hiddenFill>
            </a:ext>
          </a:extLst>
        </p:spPr>
        <p:txBody>
          <a:bodyPr lIns="91429" tIns="45714" rIns="91429" bIns="45714"/>
          <a:lstStyle/>
          <a:p>
            <a:pPr defTabSz="914285" fontAlgn="base">
              <a:spcBef>
                <a:spcPct val="0"/>
              </a:spcBef>
              <a:spcAft>
                <a:spcPct val="0"/>
              </a:spcAft>
            </a:pPr>
            <a:endParaRPr kumimoji="1" lang="ko-KR" altLang="en-US" sz="1300" b="1" dirty="0">
              <a:solidFill>
                <a:srgbClr val="000000"/>
              </a:solidFill>
              <a:ea typeface="LG스마트체 Regular" panose="020B0600000101010101" pitchFamily="50" charset="-127"/>
            </a:endParaRPr>
          </a:p>
        </p:txBody>
      </p:sp>
      <p:sp>
        <p:nvSpPr>
          <p:cNvPr id="5" name="직사각형 4"/>
          <p:cNvSpPr/>
          <p:nvPr userDrawn="1"/>
        </p:nvSpPr>
        <p:spPr>
          <a:xfrm>
            <a:off x="5113307" y="134810"/>
            <a:ext cx="1957570" cy="285566"/>
          </a:xfrm>
          <a:prstGeom prst="rect">
            <a:avLst/>
          </a:prstGeom>
          <a:noFill/>
          <a:ln w="952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300" dirty="0">
                <a:solidFill>
                  <a:srgbClr val="000000">
                    <a:lumMod val="65000"/>
                    <a:lumOff val="35000"/>
                  </a:srgbClr>
                </a:solidFill>
              </a:rPr>
              <a:t>LGE Internal Use Only</a:t>
            </a:r>
            <a:endParaRPr lang="ko-KR" altLang="en-US" sz="1300" dirty="0">
              <a:solidFill>
                <a:srgbClr val="000000">
                  <a:lumMod val="65000"/>
                  <a:lumOff val="35000"/>
                </a:srgbClr>
              </a:solidFill>
            </a:endParaRPr>
          </a:p>
        </p:txBody>
      </p:sp>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6447604E-2EEF-4F35-8C3C-86E3398B71ED}"/>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lnSpc>
                <a:spcPct val="120000"/>
              </a:lnSpc>
              <a:spcBef>
                <a:spcPts val="0"/>
              </a:spcBef>
              <a:spcAft>
                <a:spcPts val="0"/>
              </a:spcAft>
            </a:pPr>
            <a:r>
              <a:rPr lang="en-US" altLang="ko-KR" sz="1200" i="1" u="sng">
                <a:solidFill>
                  <a:srgbClr val="000000"/>
                </a:solidFill>
                <a:latin typeface="Calibri" panose="020F0502020204030204" pitchFamily="34" charset="0"/>
                <a:ea typeface="LG스마트체 Regular" panose="020B0600000101010101" pitchFamily="50" charset="-127"/>
              </a:rPr>
              <a:t>LGE Internal Use Only</a:t>
            </a:r>
            <a:endParaRPr lang="ko-KR" altLang="en-US" sz="1200" i="1" u="sng">
              <a:solidFill>
                <a:srgbClr val="000000"/>
              </a:solidFill>
              <a:latin typeface="Calibri" panose="020F0502020204030204" pitchFamily="34" charset="0"/>
              <a:ea typeface="LG스마트체 Regular" panose="020B0600000101010101" pitchFamily="50" charset="-127"/>
            </a:endParaRPr>
          </a:p>
        </p:txBody>
      </p:sp>
    </p:spTree>
    <p:extLst>
      <p:ext uri="{BB962C8B-B14F-4D97-AF65-F5344CB8AC3E}">
        <p14:creationId xmlns:p14="http://schemas.microsoft.com/office/powerpoint/2010/main" val="2951248838"/>
      </p:ext>
    </p:extLst>
  </p:cSld>
  <p:clrMap bg1="lt1" tx1="dk1" bg2="lt2" tx2="dk2" accent1="accent1" accent2="accent2" accent3="accent3" accent4="accent4" accent5="accent5" accent6="accent6" hlink="hlink" folHlink="folHlink"/>
  <p:sldLayoutIdLst>
    <p:sldLayoutId id="2147483834" r:id="rId1"/>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198"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395"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592"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789"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36549" indent="-336549"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38183" indent="-279399" algn="l" rtl="0" eaLnBrk="0" fontAlgn="base" latinLnBrk="1" hangingPunct="0">
        <a:spcBef>
          <a:spcPct val="20000"/>
        </a:spcBef>
        <a:spcAft>
          <a:spcPct val="0"/>
        </a:spcAft>
        <a:buChar char="–"/>
        <a:defRPr kumimoji="1" sz="2800">
          <a:solidFill>
            <a:schemeClr val="tx1"/>
          </a:solidFill>
          <a:latin typeface="+mn-lt"/>
          <a:ea typeface="+mn-ea"/>
        </a:defRPr>
      </a:lvl2pPr>
      <a:lvl3pPr marL="1136644" indent="-223837" algn="l" rtl="0" eaLnBrk="0" fontAlgn="base" latinLnBrk="1" hangingPunct="0">
        <a:spcBef>
          <a:spcPct val="20000"/>
        </a:spcBef>
        <a:spcAft>
          <a:spcPct val="0"/>
        </a:spcAft>
        <a:buChar char="•"/>
        <a:defRPr kumimoji="1" sz="2400">
          <a:solidFill>
            <a:schemeClr val="tx1"/>
          </a:solidFill>
          <a:latin typeface="+mn-lt"/>
          <a:ea typeface="+mn-ea"/>
        </a:defRPr>
      </a:lvl3pPr>
      <a:lvl4pPr marL="1592254" indent="-222249" algn="l" rtl="0" eaLnBrk="0" fontAlgn="base" latinLnBrk="1" hangingPunct="0">
        <a:spcBef>
          <a:spcPct val="20000"/>
        </a:spcBef>
        <a:spcAft>
          <a:spcPct val="0"/>
        </a:spcAft>
        <a:buChar char="–"/>
        <a:defRPr kumimoji="1" sz="2000">
          <a:solidFill>
            <a:schemeClr val="tx1"/>
          </a:solidFill>
          <a:latin typeface="+mn-lt"/>
          <a:ea typeface="+mn-ea"/>
        </a:defRPr>
      </a:lvl4pPr>
      <a:lvl5pPr marL="2049451" indent="-223837" algn="l" rtl="0" eaLnBrk="0" fontAlgn="base" latinLnBrk="1" hangingPunct="0">
        <a:spcBef>
          <a:spcPct val="20000"/>
        </a:spcBef>
        <a:spcAft>
          <a:spcPct val="0"/>
        </a:spcAft>
        <a:buChar char="»"/>
        <a:defRPr kumimoji="1" sz="2000">
          <a:solidFill>
            <a:schemeClr val="tx1"/>
          </a:solidFill>
          <a:latin typeface="+mn-lt"/>
          <a:ea typeface="+mn-ea"/>
        </a:defRPr>
      </a:lvl5pPr>
      <a:lvl6pPr marL="2506649" indent="-223837" algn="l" rtl="0" fontAlgn="base" latinLnBrk="1">
        <a:spcBef>
          <a:spcPct val="20000"/>
        </a:spcBef>
        <a:spcAft>
          <a:spcPct val="0"/>
        </a:spcAft>
        <a:buChar char="»"/>
        <a:defRPr kumimoji="1" sz="2000">
          <a:solidFill>
            <a:schemeClr val="tx1"/>
          </a:solidFill>
          <a:latin typeface="+mn-lt"/>
          <a:ea typeface="+mn-ea"/>
        </a:defRPr>
      </a:lvl6pPr>
      <a:lvl7pPr marL="2963845" indent="-223837" algn="l" rtl="0" fontAlgn="base" latinLnBrk="1">
        <a:spcBef>
          <a:spcPct val="20000"/>
        </a:spcBef>
        <a:spcAft>
          <a:spcPct val="0"/>
        </a:spcAft>
        <a:buChar char="»"/>
        <a:defRPr kumimoji="1" sz="2000">
          <a:solidFill>
            <a:schemeClr val="tx1"/>
          </a:solidFill>
          <a:latin typeface="+mn-lt"/>
          <a:ea typeface="+mn-ea"/>
        </a:defRPr>
      </a:lvl7pPr>
      <a:lvl8pPr marL="3421043" indent="-223837" algn="l" rtl="0" fontAlgn="base" latinLnBrk="1">
        <a:spcBef>
          <a:spcPct val="20000"/>
        </a:spcBef>
        <a:spcAft>
          <a:spcPct val="0"/>
        </a:spcAft>
        <a:buChar char="»"/>
        <a:defRPr kumimoji="1" sz="2000">
          <a:solidFill>
            <a:schemeClr val="tx1"/>
          </a:solidFill>
          <a:latin typeface="+mn-lt"/>
          <a:ea typeface="+mn-ea"/>
        </a:defRPr>
      </a:lvl8pPr>
      <a:lvl9pPr marL="3878240" indent="-223837"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395" rtl="0" eaLnBrk="1" latinLnBrk="1" hangingPunct="1">
        <a:defRPr sz="1799" kern="1200">
          <a:solidFill>
            <a:schemeClr val="tx1"/>
          </a:solidFill>
          <a:latin typeface="+mn-lt"/>
          <a:ea typeface="+mn-ea"/>
          <a:cs typeface="+mn-cs"/>
        </a:defRPr>
      </a:lvl1pPr>
      <a:lvl2pPr marL="457198" algn="l" defTabSz="914395" rtl="0" eaLnBrk="1" latinLnBrk="1" hangingPunct="1">
        <a:defRPr sz="1799" kern="1200">
          <a:solidFill>
            <a:schemeClr val="tx1"/>
          </a:solidFill>
          <a:latin typeface="+mn-lt"/>
          <a:ea typeface="+mn-ea"/>
          <a:cs typeface="+mn-cs"/>
        </a:defRPr>
      </a:lvl2pPr>
      <a:lvl3pPr marL="914395" algn="l" defTabSz="914395" rtl="0" eaLnBrk="1" latinLnBrk="1" hangingPunct="1">
        <a:defRPr sz="1799" kern="1200">
          <a:solidFill>
            <a:schemeClr val="tx1"/>
          </a:solidFill>
          <a:latin typeface="+mn-lt"/>
          <a:ea typeface="+mn-ea"/>
          <a:cs typeface="+mn-cs"/>
        </a:defRPr>
      </a:lvl3pPr>
      <a:lvl4pPr marL="1371592" algn="l" defTabSz="914395" rtl="0" eaLnBrk="1" latinLnBrk="1" hangingPunct="1">
        <a:defRPr sz="1799" kern="1200">
          <a:solidFill>
            <a:schemeClr val="tx1"/>
          </a:solidFill>
          <a:latin typeface="+mn-lt"/>
          <a:ea typeface="+mn-ea"/>
          <a:cs typeface="+mn-cs"/>
        </a:defRPr>
      </a:lvl4pPr>
      <a:lvl5pPr marL="1828789" algn="l" defTabSz="914395" rtl="0" eaLnBrk="1" latinLnBrk="1" hangingPunct="1">
        <a:defRPr sz="1799" kern="1200">
          <a:solidFill>
            <a:schemeClr val="tx1"/>
          </a:solidFill>
          <a:latin typeface="+mn-lt"/>
          <a:ea typeface="+mn-ea"/>
          <a:cs typeface="+mn-cs"/>
        </a:defRPr>
      </a:lvl5pPr>
      <a:lvl6pPr marL="2285987" algn="l" defTabSz="914395" rtl="0" eaLnBrk="1" latinLnBrk="1" hangingPunct="1">
        <a:defRPr sz="1799" kern="1200">
          <a:solidFill>
            <a:schemeClr val="tx1"/>
          </a:solidFill>
          <a:latin typeface="+mn-lt"/>
          <a:ea typeface="+mn-ea"/>
          <a:cs typeface="+mn-cs"/>
        </a:defRPr>
      </a:lvl6pPr>
      <a:lvl7pPr marL="2743184" algn="l" defTabSz="914395" rtl="0" eaLnBrk="1" latinLnBrk="1" hangingPunct="1">
        <a:defRPr sz="1799" kern="1200">
          <a:solidFill>
            <a:schemeClr val="tx1"/>
          </a:solidFill>
          <a:latin typeface="+mn-lt"/>
          <a:ea typeface="+mn-ea"/>
          <a:cs typeface="+mn-cs"/>
        </a:defRPr>
      </a:lvl7pPr>
      <a:lvl8pPr marL="3200382" algn="l" defTabSz="914395" rtl="0" eaLnBrk="1" latinLnBrk="1" hangingPunct="1">
        <a:defRPr sz="1799" kern="1200">
          <a:solidFill>
            <a:schemeClr val="tx1"/>
          </a:solidFill>
          <a:latin typeface="+mn-lt"/>
          <a:ea typeface="+mn-ea"/>
          <a:cs typeface="+mn-cs"/>
        </a:defRPr>
      </a:lvl8pPr>
      <a:lvl9pPr marL="3657579" algn="l" defTabSz="914395" rtl="0" eaLnBrk="1" latinLnBrk="1" hangingPunct="1">
        <a:defRPr sz="1799"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2C5428A0-7274-429A-9616-B51CBA3B9513}"/>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ea typeface="LG스마트체 Regular" panose="020B0600000101010101" pitchFamily="50" charset="-127"/>
              </a:rPr>
              <a:t>LGE Internal Use Only</a:t>
            </a:r>
            <a:endParaRPr lang="ko-KR" altLang="en-US" sz="1200">
              <a:solidFill>
                <a:srgbClr val="000000"/>
              </a:solidFill>
              <a:latin typeface="Calibri" panose="020F0502020204030204" pitchFamily="34" charset="0"/>
              <a:ea typeface="LG스마트체 Regular" panose="020B0600000101010101" pitchFamily="50" charset="-127"/>
            </a:endParaRPr>
          </a:p>
        </p:txBody>
      </p:sp>
    </p:spTree>
    <p:extLst>
      <p:ext uri="{BB962C8B-B14F-4D97-AF65-F5344CB8AC3E}">
        <p14:creationId xmlns:p14="http://schemas.microsoft.com/office/powerpoint/2010/main" val="3022113636"/>
      </p:ext>
    </p:extLst>
  </p:cSld>
  <p:clrMap bg1="lt1" tx1="dk1" bg2="lt2" tx2="dk2" accent1="accent1" accent2="accent2" accent3="accent3" accent4="accent4" accent5="accent5" accent6="accent6" hlink="hlink" folHlink="folHlink"/>
  <p:sldLayoutIdLst>
    <p:sldLayoutId id="2147483836" r:id="rId1"/>
  </p:sldLayoutIdLst>
  <p:txStyles>
    <p:title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defRPr kumimoji="1" sz="1600" b="1">
          <a:solidFill>
            <a:schemeClr val="tx1"/>
          </a:solidFill>
          <a:latin typeface="+mn-lt"/>
          <a:ea typeface="+mn-ea"/>
          <a:cs typeface="+mn-cs"/>
        </a:defRPr>
      </a:lvl1pPr>
      <a:lvl2pPr marL="742950" indent="-285750" algn="l" rtl="0" eaLnBrk="0" fontAlgn="base" latinLnBrk="1" hangingPunct="0">
        <a:spcBef>
          <a:spcPct val="20000"/>
        </a:spcBef>
        <a:spcAft>
          <a:spcPct val="0"/>
        </a:spcAft>
        <a:defRPr kumimoji="1" sz="1200" b="1">
          <a:solidFill>
            <a:schemeClr val="tx1"/>
          </a:solidFill>
          <a:latin typeface="+mn-lt"/>
          <a:ea typeface="+mn-ea"/>
        </a:defRPr>
      </a:lvl2pPr>
      <a:lvl3pPr marL="1143000" indent="-228600" algn="l" rtl="0" eaLnBrk="0" fontAlgn="base" latinLnBrk="1" hangingPunct="0">
        <a:spcBef>
          <a:spcPct val="20000"/>
        </a:spcBef>
        <a:spcAft>
          <a:spcPct val="0"/>
        </a:spcAft>
        <a:defRPr kumimoji="1" sz="1200" b="1">
          <a:solidFill>
            <a:schemeClr val="tx1"/>
          </a:solidFill>
          <a:latin typeface="+mn-lt"/>
          <a:ea typeface="+mn-ea"/>
        </a:defRPr>
      </a:lvl3pPr>
      <a:lvl4pPr marL="1600200" indent="-228600" algn="l" rtl="0" eaLnBrk="0" fontAlgn="base" latinLnBrk="1" hangingPunct="0">
        <a:spcBef>
          <a:spcPct val="20000"/>
        </a:spcBef>
        <a:spcAft>
          <a:spcPct val="0"/>
        </a:spcAft>
        <a:defRPr kumimoji="1" sz="1200" b="1">
          <a:solidFill>
            <a:schemeClr val="tx1"/>
          </a:solidFill>
          <a:latin typeface="+mn-lt"/>
          <a:ea typeface="+mn-ea"/>
        </a:defRPr>
      </a:lvl4pPr>
      <a:lvl5pPr marL="2057400" indent="-228600" algn="l" rtl="0" eaLnBrk="0" fontAlgn="base" latinLnBrk="1" hangingPunct="0">
        <a:spcBef>
          <a:spcPct val="20000"/>
        </a:spcBef>
        <a:spcAft>
          <a:spcPct val="0"/>
        </a:spcAft>
        <a:defRPr kumimoji="1" sz="1200" b="1">
          <a:solidFill>
            <a:schemeClr val="tx1"/>
          </a:solidFill>
          <a:latin typeface="+mn-lt"/>
          <a:ea typeface="+mn-ea"/>
        </a:defRPr>
      </a:lvl5pPr>
      <a:lvl6pPr marL="2514600" indent="-228600" algn="l" rtl="0" fontAlgn="base" latinLnBrk="1">
        <a:spcBef>
          <a:spcPct val="20000"/>
        </a:spcBef>
        <a:spcAft>
          <a:spcPct val="0"/>
        </a:spcAft>
        <a:defRPr kumimoji="1" sz="1200" b="1">
          <a:solidFill>
            <a:schemeClr val="tx1"/>
          </a:solidFill>
          <a:latin typeface="+mn-lt"/>
          <a:ea typeface="+mn-ea"/>
        </a:defRPr>
      </a:lvl6pPr>
      <a:lvl7pPr marL="2971800" indent="-228600" algn="l" rtl="0" fontAlgn="base" latinLnBrk="1">
        <a:spcBef>
          <a:spcPct val="20000"/>
        </a:spcBef>
        <a:spcAft>
          <a:spcPct val="0"/>
        </a:spcAft>
        <a:defRPr kumimoji="1" sz="1200" b="1">
          <a:solidFill>
            <a:schemeClr val="tx1"/>
          </a:solidFill>
          <a:latin typeface="+mn-lt"/>
          <a:ea typeface="+mn-ea"/>
        </a:defRPr>
      </a:lvl7pPr>
      <a:lvl8pPr marL="3429000" indent="-228600" algn="l" rtl="0" fontAlgn="base" latinLnBrk="1">
        <a:spcBef>
          <a:spcPct val="20000"/>
        </a:spcBef>
        <a:spcAft>
          <a:spcPct val="0"/>
        </a:spcAft>
        <a:defRPr kumimoji="1" sz="1200" b="1">
          <a:solidFill>
            <a:schemeClr val="tx1"/>
          </a:solidFill>
          <a:latin typeface="+mn-lt"/>
          <a:ea typeface="+mn-ea"/>
        </a:defRPr>
      </a:lvl8pPr>
      <a:lvl9pPr marL="3886200" indent="-228600" algn="l" rtl="0" fontAlgn="base" latinLnBrk="1">
        <a:spcBef>
          <a:spcPct val="20000"/>
        </a:spcBef>
        <a:spcAft>
          <a:spcPct val="0"/>
        </a:spcAft>
        <a:defRPr kumimoji="1" sz="1200" b="1">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52432F2F-CC9A-4BF1-A210-2791A6B8A282}"/>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rPr>
              <a:t>LGE Internal Use Only</a:t>
            </a:r>
            <a:endParaRPr lang="ko-KR"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1905540035"/>
      </p:ext>
    </p:extLst>
  </p:cSld>
  <p:clrMap bg1="lt1" tx1="dk1" bg2="lt2" tx2="dk2" accent1="accent1" accent2="accent2" accent3="accent3" accent4="accent4" accent5="accent5" accent6="accent6" hlink="hlink" folHlink="folHlink"/>
  <p:sldLayoutIdLst>
    <p:sldLayoutId id="2147483840" r:id="rId1"/>
  </p:sldLayoutIdLst>
  <p:txStyles>
    <p:title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defRPr kumimoji="1" sz="1600" b="1">
          <a:solidFill>
            <a:schemeClr val="tx1"/>
          </a:solidFill>
          <a:latin typeface="+mn-lt"/>
          <a:ea typeface="+mn-ea"/>
          <a:cs typeface="+mn-cs"/>
        </a:defRPr>
      </a:lvl1pPr>
      <a:lvl2pPr marL="742950" indent="-285750" algn="l" rtl="0" eaLnBrk="0" fontAlgn="base" latinLnBrk="1" hangingPunct="0">
        <a:spcBef>
          <a:spcPct val="20000"/>
        </a:spcBef>
        <a:spcAft>
          <a:spcPct val="0"/>
        </a:spcAft>
        <a:defRPr kumimoji="1" sz="1200" b="1">
          <a:solidFill>
            <a:schemeClr val="tx1"/>
          </a:solidFill>
          <a:latin typeface="+mn-lt"/>
          <a:ea typeface="+mn-ea"/>
        </a:defRPr>
      </a:lvl2pPr>
      <a:lvl3pPr marL="1143000" indent="-228600" algn="l" rtl="0" eaLnBrk="0" fontAlgn="base" latinLnBrk="1" hangingPunct="0">
        <a:spcBef>
          <a:spcPct val="20000"/>
        </a:spcBef>
        <a:spcAft>
          <a:spcPct val="0"/>
        </a:spcAft>
        <a:defRPr kumimoji="1" sz="1200" b="1">
          <a:solidFill>
            <a:schemeClr val="tx1"/>
          </a:solidFill>
          <a:latin typeface="+mn-lt"/>
          <a:ea typeface="+mn-ea"/>
        </a:defRPr>
      </a:lvl3pPr>
      <a:lvl4pPr marL="1600200" indent="-228600" algn="l" rtl="0" eaLnBrk="0" fontAlgn="base" latinLnBrk="1" hangingPunct="0">
        <a:spcBef>
          <a:spcPct val="20000"/>
        </a:spcBef>
        <a:spcAft>
          <a:spcPct val="0"/>
        </a:spcAft>
        <a:defRPr kumimoji="1" sz="1200" b="1">
          <a:solidFill>
            <a:schemeClr val="tx1"/>
          </a:solidFill>
          <a:latin typeface="+mn-lt"/>
          <a:ea typeface="+mn-ea"/>
        </a:defRPr>
      </a:lvl4pPr>
      <a:lvl5pPr marL="2057400" indent="-228600" algn="l" rtl="0" eaLnBrk="0" fontAlgn="base" latinLnBrk="1" hangingPunct="0">
        <a:spcBef>
          <a:spcPct val="20000"/>
        </a:spcBef>
        <a:spcAft>
          <a:spcPct val="0"/>
        </a:spcAft>
        <a:defRPr kumimoji="1" sz="1200" b="1">
          <a:solidFill>
            <a:schemeClr val="tx1"/>
          </a:solidFill>
          <a:latin typeface="+mn-lt"/>
          <a:ea typeface="+mn-ea"/>
        </a:defRPr>
      </a:lvl5pPr>
      <a:lvl6pPr marL="2514600" indent="-228600" algn="l" rtl="0" fontAlgn="base" latinLnBrk="1">
        <a:spcBef>
          <a:spcPct val="20000"/>
        </a:spcBef>
        <a:spcAft>
          <a:spcPct val="0"/>
        </a:spcAft>
        <a:defRPr kumimoji="1" sz="1200" b="1">
          <a:solidFill>
            <a:schemeClr val="tx1"/>
          </a:solidFill>
          <a:latin typeface="+mn-lt"/>
          <a:ea typeface="+mn-ea"/>
        </a:defRPr>
      </a:lvl6pPr>
      <a:lvl7pPr marL="2971800" indent="-228600" algn="l" rtl="0" fontAlgn="base" latinLnBrk="1">
        <a:spcBef>
          <a:spcPct val="20000"/>
        </a:spcBef>
        <a:spcAft>
          <a:spcPct val="0"/>
        </a:spcAft>
        <a:defRPr kumimoji="1" sz="1200" b="1">
          <a:solidFill>
            <a:schemeClr val="tx1"/>
          </a:solidFill>
          <a:latin typeface="+mn-lt"/>
          <a:ea typeface="+mn-ea"/>
        </a:defRPr>
      </a:lvl7pPr>
      <a:lvl8pPr marL="3429000" indent="-228600" algn="l" rtl="0" fontAlgn="base" latinLnBrk="1">
        <a:spcBef>
          <a:spcPct val="20000"/>
        </a:spcBef>
        <a:spcAft>
          <a:spcPct val="0"/>
        </a:spcAft>
        <a:defRPr kumimoji="1" sz="1200" b="1">
          <a:solidFill>
            <a:schemeClr val="tx1"/>
          </a:solidFill>
          <a:latin typeface="+mn-lt"/>
          <a:ea typeface="+mn-ea"/>
        </a:defRPr>
      </a:lvl8pPr>
      <a:lvl9pPr marL="3886200" indent="-228600" algn="l" rtl="0" fontAlgn="base" latinLnBrk="1">
        <a:spcBef>
          <a:spcPct val="20000"/>
        </a:spcBef>
        <a:spcAft>
          <a:spcPct val="0"/>
        </a:spcAft>
        <a:defRPr kumimoji="1" sz="1200" b="1">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52432F2F-CC9A-4BF1-A210-2791A6B8A282}"/>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rPr>
              <a:t>LGE Internal Use Only</a:t>
            </a:r>
            <a:endParaRPr lang="ko-KR"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1528520691"/>
      </p:ext>
    </p:extLst>
  </p:cSld>
  <p:clrMap bg1="lt1" tx1="dk1" bg2="lt2" tx2="dk2" accent1="accent1" accent2="accent2" accent3="accent3" accent4="accent4" accent5="accent5" accent6="accent6" hlink="hlink" folHlink="folHlink"/>
  <p:sldLayoutIdLst>
    <p:sldLayoutId id="2147483843" r:id="rId1"/>
  </p:sldLayoutIdLst>
  <p:txStyles>
    <p:title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defRPr kumimoji="1" sz="1600" b="1">
          <a:solidFill>
            <a:schemeClr val="tx1"/>
          </a:solidFill>
          <a:latin typeface="+mn-lt"/>
          <a:ea typeface="+mn-ea"/>
          <a:cs typeface="+mn-cs"/>
        </a:defRPr>
      </a:lvl1pPr>
      <a:lvl2pPr marL="742950" indent="-285750" algn="l" rtl="0" eaLnBrk="0" fontAlgn="base" latinLnBrk="1" hangingPunct="0">
        <a:spcBef>
          <a:spcPct val="20000"/>
        </a:spcBef>
        <a:spcAft>
          <a:spcPct val="0"/>
        </a:spcAft>
        <a:defRPr kumimoji="1" sz="1200" b="1">
          <a:solidFill>
            <a:schemeClr val="tx1"/>
          </a:solidFill>
          <a:latin typeface="+mn-lt"/>
          <a:ea typeface="+mn-ea"/>
        </a:defRPr>
      </a:lvl2pPr>
      <a:lvl3pPr marL="1143000" indent="-228600" algn="l" rtl="0" eaLnBrk="0" fontAlgn="base" latinLnBrk="1" hangingPunct="0">
        <a:spcBef>
          <a:spcPct val="20000"/>
        </a:spcBef>
        <a:spcAft>
          <a:spcPct val="0"/>
        </a:spcAft>
        <a:defRPr kumimoji="1" sz="1200" b="1">
          <a:solidFill>
            <a:schemeClr val="tx1"/>
          </a:solidFill>
          <a:latin typeface="+mn-lt"/>
          <a:ea typeface="+mn-ea"/>
        </a:defRPr>
      </a:lvl3pPr>
      <a:lvl4pPr marL="1600200" indent="-228600" algn="l" rtl="0" eaLnBrk="0" fontAlgn="base" latinLnBrk="1" hangingPunct="0">
        <a:spcBef>
          <a:spcPct val="20000"/>
        </a:spcBef>
        <a:spcAft>
          <a:spcPct val="0"/>
        </a:spcAft>
        <a:defRPr kumimoji="1" sz="1200" b="1">
          <a:solidFill>
            <a:schemeClr val="tx1"/>
          </a:solidFill>
          <a:latin typeface="+mn-lt"/>
          <a:ea typeface="+mn-ea"/>
        </a:defRPr>
      </a:lvl4pPr>
      <a:lvl5pPr marL="2057400" indent="-228600" algn="l" rtl="0" eaLnBrk="0" fontAlgn="base" latinLnBrk="1" hangingPunct="0">
        <a:spcBef>
          <a:spcPct val="20000"/>
        </a:spcBef>
        <a:spcAft>
          <a:spcPct val="0"/>
        </a:spcAft>
        <a:defRPr kumimoji="1" sz="1200" b="1">
          <a:solidFill>
            <a:schemeClr val="tx1"/>
          </a:solidFill>
          <a:latin typeface="+mn-lt"/>
          <a:ea typeface="+mn-ea"/>
        </a:defRPr>
      </a:lvl5pPr>
      <a:lvl6pPr marL="2514600" indent="-228600" algn="l" rtl="0" fontAlgn="base" latinLnBrk="1">
        <a:spcBef>
          <a:spcPct val="20000"/>
        </a:spcBef>
        <a:spcAft>
          <a:spcPct val="0"/>
        </a:spcAft>
        <a:defRPr kumimoji="1" sz="1200" b="1">
          <a:solidFill>
            <a:schemeClr val="tx1"/>
          </a:solidFill>
          <a:latin typeface="+mn-lt"/>
          <a:ea typeface="+mn-ea"/>
        </a:defRPr>
      </a:lvl6pPr>
      <a:lvl7pPr marL="2971800" indent="-228600" algn="l" rtl="0" fontAlgn="base" latinLnBrk="1">
        <a:spcBef>
          <a:spcPct val="20000"/>
        </a:spcBef>
        <a:spcAft>
          <a:spcPct val="0"/>
        </a:spcAft>
        <a:defRPr kumimoji="1" sz="1200" b="1">
          <a:solidFill>
            <a:schemeClr val="tx1"/>
          </a:solidFill>
          <a:latin typeface="+mn-lt"/>
          <a:ea typeface="+mn-ea"/>
        </a:defRPr>
      </a:lvl7pPr>
      <a:lvl8pPr marL="3429000" indent="-228600" algn="l" rtl="0" fontAlgn="base" latinLnBrk="1">
        <a:spcBef>
          <a:spcPct val="20000"/>
        </a:spcBef>
        <a:spcAft>
          <a:spcPct val="0"/>
        </a:spcAft>
        <a:defRPr kumimoji="1" sz="1200" b="1">
          <a:solidFill>
            <a:schemeClr val="tx1"/>
          </a:solidFill>
          <a:latin typeface="+mn-lt"/>
          <a:ea typeface="+mn-ea"/>
        </a:defRPr>
      </a:lvl8pPr>
      <a:lvl9pPr marL="3886200" indent="-228600" algn="l" rtl="0" fontAlgn="base" latinLnBrk="1">
        <a:spcBef>
          <a:spcPct val="20000"/>
        </a:spcBef>
        <a:spcAft>
          <a:spcPct val="0"/>
        </a:spcAft>
        <a:defRPr kumimoji="1" sz="1200" b="1">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52432F2F-CC9A-4BF1-A210-2791A6B8A282}"/>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rPr>
              <a:t>LGE Internal Use Only</a:t>
            </a:r>
            <a:endParaRPr lang="ko-KR"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2391351166"/>
      </p:ext>
    </p:extLst>
  </p:cSld>
  <p:clrMap bg1="lt1" tx1="dk1" bg2="lt2" tx2="dk2" accent1="accent1" accent2="accent2" accent3="accent3" accent4="accent4" accent5="accent5" accent6="accent6" hlink="hlink" folHlink="folHlink"/>
  <p:sldLayoutIdLst>
    <p:sldLayoutId id="2147483846" r:id="rId1"/>
  </p:sldLayoutIdLst>
  <p:txStyles>
    <p:title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defRPr kumimoji="1" sz="1600" b="1">
          <a:solidFill>
            <a:schemeClr val="tx1"/>
          </a:solidFill>
          <a:latin typeface="+mn-lt"/>
          <a:ea typeface="+mn-ea"/>
          <a:cs typeface="+mn-cs"/>
        </a:defRPr>
      </a:lvl1pPr>
      <a:lvl2pPr marL="742950" indent="-285750" algn="l" rtl="0" eaLnBrk="0" fontAlgn="base" latinLnBrk="1" hangingPunct="0">
        <a:spcBef>
          <a:spcPct val="20000"/>
        </a:spcBef>
        <a:spcAft>
          <a:spcPct val="0"/>
        </a:spcAft>
        <a:defRPr kumimoji="1" sz="1200" b="1">
          <a:solidFill>
            <a:schemeClr val="tx1"/>
          </a:solidFill>
          <a:latin typeface="+mn-lt"/>
          <a:ea typeface="+mn-ea"/>
        </a:defRPr>
      </a:lvl2pPr>
      <a:lvl3pPr marL="1143000" indent="-228600" algn="l" rtl="0" eaLnBrk="0" fontAlgn="base" latinLnBrk="1" hangingPunct="0">
        <a:spcBef>
          <a:spcPct val="20000"/>
        </a:spcBef>
        <a:spcAft>
          <a:spcPct val="0"/>
        </a:spcAft>
        <a:defRPr kumimoji="1" sz="1200" b="1">
          <a:solidFill>
            <a:schemeClr val="tx1"/>
          </a:solidFill>
          <a:latin typeface="+mn-lt"/>
          <a:ea typeface="+mn-ea"/>
        </a:defRPr>
      </a:lvl3pPr>
      <a:lvl4pPr marL="1600200" indent="-228600" algn="l" rtl="0" eaLnBrk="0" fontAlgn="base" latinLnBrk="1" hangingPunct="0">
        <a:spcBef>
          <a:spcPct val="20000"/>
        </a:spcBef>
        <a:spcAft>
          <a:spcPct val="0"/>
        </a:spcAft>
        <a:defRPr kumimoji="1" sz="1200" b="1">
          <a:solidFill>
            <a:schemeClr val="tx1"/>
          </a:solidFill>
          <a:latin typeface="+mn-lt"/>
          <a:ea typeface="+mn-ea"/>
        </a:defRPr>
      </a:lvl4pPr>
      <a:lvl5pPr marL="2057400" indent="-228600" algn="l" rtl="0" eaLnBrk="0" fontAlgn="base" latinLnBrk="1" hangingPunct="0">
        <a:spcBef>
          <a:spcPct val="20000"/>
        </a:spcBef>
        <a:spcAft>
          <a:spcPct val="0"/>
        </a:spcAft>
        <a:defRPr kumimoji="1" sz="1200" b="1">
          <a:solidFill>
            <a:schemeClr val="tx1"/>
          </a:solidFill>
          <a:latin typeface="+mn-lt"/>
          <a:ea typeface="+mn-ea"/>
        </a:defRPr>
      </a:lvl5pPr>
      <a:lvl6pPr marL="2514600" indent="-228600" algn="l" rtl="0" fontAlgn="base" latinLnBrk="1">
        <a:spcBef>
          <a:spcPct val="20000"/>
        </a:spcBef>
        <a:spcAft>
          <a:spcPct val="0"/>
        </a:spcAft>
        <a:defRPr kumimoji="1" sz="1200" b="1">
          <a:solidFill>
            <a:schemeClr val="tx1"/>
          </a:solidFill>
          <a:latin typeface="+mn-lt"/>
          <a:ea typeface="+mn-ea"/>
        </a:defRPr>
      </a:lvl6pPr>
      <a:lvl7pPr marL="2971800" indent="-228600" algn="l" rtl="0" fontAlgn="base" latinLnBrk="1">
        <a:spcBef>
          <a:spcPct val="20000"/>
        </a:spcBef>
        <a:spcAft>
          <a:spcPct val="0"/>
        </a:spcAft>
        <a:defRPr kumimoji="1" sz="1200" b="1">
          <a:solidFill>
            <a:schemeClr val="tx1"/>
          </a:solidFill>
          <a:latin typeface="+mn-lt"/>
          <a:ea typeface="+mn-ea"/>
        </a:defRPr>
      </a:lvl7pPr>
      <a:lvl8pPr marL="3429000" indent="-228600" algn="l" rtl="0" fontAlgn="base" latinLnBrk="1">
        <a:spcBef>
          <a:spcPct val="20000"/>
        </a:spcBef>
        <a:spcAft>
          <a:spcPct val="0"/>
        </a:spcAft>
        <a:defRPr kumimoji="1" sz="1200" b="1">
          <a:solidFill>
            <a:schemeClr val="tx1"/>
          </a:solidFill>
          <a:latin typeface="+mn-lt"/>
          <a:ea typeface="+mn-ea"/>
        </a:defRPr>
      </a:lvl8pPr>
      <a:lvl9pPr marL="3886200" indent="-228600" algn="l" rtl="0" fontAlgn="base" latinLnBrk="1">
        <a:spcBef>
          <a:spcPct val="20000"/>
        </a:spcBef>
        <a:spcAft>
          <a:spcPct val="0"/>
        </a:spcAft>
        <a:defRPr kumimoji="1" sz="1200" b="1">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52432F2F-CC9A-4BF1-A210-2791A6B8A282}"/>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rPr>
              <a:t>LGE Internal Use Only</a:t>
            </a:r>
            <a:endParaRPr lang="ko-KR"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364658534"/>
      </p:ext>
    </p:extLst>
  </p:cSld>
  <p:clrMap bg1="lt1" tx1="dk1" bg2="lt2" tx2="dk2" accent1="accent1" accent2="accent2" accent3="accent3" accent4="accent4" accent5="accent5" accent6="accent6" hlink="hlink" folHlink="folHlink"/>
  <p:sldLayoutIdLst>
    <p:sldLayoutId id="2147483849" r:id="rId1"/>
  </p:sldLayoutIdLst>
  <p:txStyles>
    <p:title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defRPr kumimoji="1" sz="1600" b="1">
          <a:solidFill>
            <a:schemeClr val="tx1"/>
          </a:solidFill>
          <a:latin typeface="+mn-lt"/>
          <a:ea typeface="+mn-ea"/>
          <a:cs typeface="+mn-cs"/>
        </a:defRPr>
      </a:lvl1pPr>
      <a:lvl2pPr marL="742950" indent="-285750" algn="l" rtl="0" eaLnBrk="0" fontAlgn="base" latinLnBrk="1" hangingPunct="0">
        <a:spcBef>
          <a:spcPct val="20000"/>
        </a:spcBef>
        <a:spcAft>
          <a:spcPct val="0"/>
        </a:spcAft>
        <a:defRPr kumimoji="1" sz="1200" b="1">
          <a:solidFill>
            <a:schemeClr val="tx1"/>
          </a:solidFill>
          <a:latin typeface="+mn-lt"/>
          <a:ea typeface="+mn-ea"/>
        </a:defRPr>
      </a:lvl2pPr>
      <a:lvl3pPr marL="1143000" indent="-228600" algn="l" rtl="0" eaLnBrk="0" fontAlgn="base" latinLnBrk="1" hangingPunct="0">
        <a:spcBef>
          <a:spcPct val="20000"/>
        </a:spcBef>
        <a:spcAft>
          <a:spcPct val="0"/>
        </a:spcAft>
        <a:defRPr kumimoji="1" sz="1200" b="1">
          <a:solidFill>
            <a:schemeClr val="tx1"/>
          </a:solidFill>
          <a:latin typeface="+mn-lt"/>
          <a:ea typeface="+mn-ea"/>
        </a:defRPr>
      </a:lvl3pPr>
      <a:lvl4pPr marL="1600200" indent="-228600" algn="l" rtl="0" eaLnBrk="0" fontAlgn="base" latinLnBrk="1" hangingPunct="0">
        <a:spcBef>
          <a:spcPct val="20000"/>
        </a:spcBef>
        <a:spcAft>
          <a:spcPct val="0"/>
        </a:spcAft>
        <a:defRPr kumimoji="1" sz="1200" b="1">
          <a:solidFill>
            <a:schemeClr val="tx1"/>
          </a:solidFill>
          <a:latin typeface="+mn-lt"/>
          <a:ea typeface="+mn-ea"/>
        </a:defRPr>
      </a:lvl4pPr>
      <a:lvl5pPr marL="2057400" indent="-228600" algn="l" rtl="0" eaLnBrk="0" fontAlgn="base" latinLnBrk="1" hangingPunct="0">
        <a:spcBef>
          <a:spcPct val="20000"/>
        </a:spcBef>
        <a:spcAft>
          <a:spcPct val="0"/>
        </a:spcAft>
        <a:defRPr kumimoji="1" sz="1200" b="1">
          <a:solidFill>
            <a:schemeClr val="tx1"/>
          </a:solidFill>
          <a:latin typeface="+mn-lt"/>
          <a:ea typeface="+mn-ea"/>
        </a:defRPr>
      </a:lvl5pPr>
      <a:lvl6pPr marL="2514600" indent="-228600" algn="l" rtl="0" fontAlgn="base" latinLnBrk="1">
        <a:spcBef>
          <a:spcPct val="20000"/>
        </a:spcBef>
        <a:spcAft>
          <a:spcPct val="0"/>
        </a:spcAft>
        <a:defRPr kumimoji="1" sz="1200" b="1">
          <a:solidFill>
            <a:schemeClr val="tx1"/>
          </a:solidFill>
          <a:latin typeface="+mn-lt"/>
          <a:ea typeface="+mn-ea"/>
        </a:defRPr>
      </a:lvl6pPr>
      <a:lvl7pPr marL="2971800" indent="-228600" algn="l" rtl="0" fontAlgn="base" latinLnBrk="1">
        <a:spcBef>
          <a:spcPct val="20000"/>
        </a:spcBef>
        <a:spcAft>
          <a:spcPct val="0"/>
        </a:spcAft>
        <a:defRPr kumimoji="1" sz="1200" b="1">
          <a:solidFill>
            <a:schemeClr val="tx1"/>
          </a:solidFill>
          <a:latin typeface="+mn-lt"/>
          <a:ea typeface="+mn-ea"/>
        </a:defRPr>
      </a:lvl7pPr>
      <a:lvl8pPr marL="3429000" indent="-228600" algn="l" rtl="0" fontAlgn="base" latinLnBrk="1">
        <a:spcBef>
          <a:spcPct val="20000"/>
        </a:spcBef>
        <a:spcAft>
          <a:spcPct val="0"/>
        </a:spcAft>
        <a:defRPr kumimoji="1" sz="1200" b="1">
          <a:solidFill>
            <a:schemeClr val="tx1"/>
          </a:solidFill>
          <a:latin typeface="+mn-lt"/>
          <a:ea typeface="+mn-ea"/>
        </a:defRPr>
      </a:lvl8pPr>
      <a:lvl9pPr marL="3886200" indent="-228600" algn="l" rtl="0" fontAlgn="base" latinLnBrk="1">
        <a:spcBef>
          <a:spcPct val="20000"/>
        </a:spcBef>
        <a:spcAft>
          <a:spcPct val="0"/>
        </a:spcAft>
        <a:defRPr kumimoji="1" sz="1200" b="1">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cxnSp>
        <p:nvCxnSpPr>
          <p:cNvPr id="3" name="직선 연결선 2"/>
          <p:cNvCxnSpPr/>
          <p:nvPr userDrawn="1"/>
        </p:nvCxnSpPr>
        <p:spPr>
          <a:xfrm flipH="1">
            <a:off x="1" y="537105"/>
            <a:ext cx="1219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MSIPCMContentMarking" descr="{&quot;HashCode&quot;:-1860332160,&quot;Placement&quot;:&quot;Header&quot;,&quot;Top&quot;:0.0,&quot;Left&quot;:413.954651,&quot;SlideWidth&quot;:960,&quot;SlideHeight&quot;:540}">
            <a:extLst>
              <a:ext uri="{FF2B5EF4-FFF2-40B4-BE49-F238E27FC236}">
                <a16:creationId xmlns:a16="http://schemas.microsoft.com/office/drawing/2014/main" id="{52432F2F-CC9A-4BF1-A210-2791A6B8A282}"/>
              </a:ext>
            </a:extLst>
          </p:cNvPr>
          <p:cNvSpPr txBox="1"/>
          <p:nvPr userDrawn="1"/>
        </p:nvSpPr>
        <p:spPr>
          <a:xfrm>
            <a:off x="5257224" y="0"/>
            <a:ext cx="1677551" cy="296525"/>
          </a:xfrm>
          <a:prstGeom prst="rect">
            <a:avLst/>
          </a:prstGeom>
          <a:noFill/>
        </p:spPr>
        <p:txBody>
          <a:bodyPr vert="horz" wrap="square" lIns="0" tIns="0" rIns="0" bIns="0" rtlCol="0" anchor="ctr" anchorCtr="1">
            <a:spAutoFit/>
          </a:bodyPr>
          <a:lstStyle/>
          <a:p>
            <a:pPr algn="ctr">
              <a:spcBef>
                <a:spcPts val="0"/>
              </a:spcBef>
              <a:spcAft>
                <a:spcPts val="0"/>
              </a:spcAft>
            </a:pPr>
            <a:r>
              <a:rPr lang="en-US" altLang="ko-KR" sz="1200">
                <a:solidFill>
                  <a:srgbClr val="000000"/>
                </a:solidFill>
                <a:latin typeface="Calibri" panose="020F0502020204030204" pitchFamily="34" charset="0"/>
              </a:rPr>
              <a:t>LGE Internal Use Only</a:t>
            </a:r>
            <a:endParaRPr lang="ko-KR"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600981602"/>
      </p:ext>
    </p:extLst>
  </p:cSld>
  <p:clrMap bg1="lt1" tx1="dk1" bg2="lt2" tx2="dk2" accent1="accent1" accent2="accent2" accent3="accent3" accent4="accent4" accent5="accent5" accent6="accent6" hlink="hlink" folHlink="folHlink"/>
  <p:sldLayoutIdLst>
    <p:sldLayoutId id="2147483853" r:id="rId1"/>
  </p:sldLayoutIdLst>
  <p:txStyles>
    <p:title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defRPr kumimoji="1" sz="1600" b="1">
          <a:solidFill>
            <a:schemeClr val="tx1"/>
          </a:solidFill>
          <a:latin typeface="+mn-lt"/>
          <a:ea typeface="+mn-ea"/>
          <a:cs typeface="+mn-cs"/>
        </a:defRPr>
      </a:lvl1pPr>
      <a:lvl2pPr marL="742950" indent="-285750" algn="l" rtl="0" eaLnBrk="0" fontAlgn="base" latinLnBrk="1" hangingPunct="0">
        <a:spcBef>
          <a:spcPct val="20000"/>
        </a:spcBef>
        <a:spcAft>
          <a:spcPct val="0"/>
        </a:spcAft>
        <a:defRPr kumimoji="1" sz="1200" b="1">
          <a:solidFill>
            <a:schemeClr val="tx1"/>
          </a:solidFill>
          <a:latin typeface="+mn-lt"/>
          <a:ea typeface="+mn-ea"/>
        </a:defRPr>
      </a:lvl2pPr>
      <a:lvl3pPr marL="1143000" indent="-228600" algn="l" rtl="0" eaLnBrk="0" fontAlgn="base" latinLnBrk="1" hangingPunct="0">
        <a:spcBef>
          <a:spcPct val="20000"/>
        </a:spcBef>
        <a:spcAft>
          <a:spcPct val="0"/>
        </a:spcAft>
        <a:defRPr kumimoji="1" sz="1200" b="1">
          <a:solidFill>
            <a:schemeClr val="tx1"/>
          </a:solidFill>
          <a:latin typeface="+mn-lt"/>
          <a:ea typeface="+mn-ea"/>
        </a:defRPr>
      </a:lvl3pPr>
      <a:lvl4pPr marL="1600200" indent="-228600" algn="l" rtl="0" eaLnBrk="0" fontAlgn="base" latinLnBrk="1" hangingPunct="0">
        <a:spcBef>
          <a:spcPct val="20000"/>
        </a:spcBef>
        <a:spcAft>
          <a:spcPct val="0"/>
        </a:spcAft>
        <a:defRPr kumimoji="1" sz="1200" b="1">
          <a:solidFill>
            <a:schemeClr val="tx1"/>
          </a:solidFill>
          <a:latin typeface="+mn-lt"/>
          <a:ea typeface="+mn-ea"/>
        </a:defRPr>
      </a:lvl4pPr>
      <a:lvl5pPr marL="2057400" indent="-228600" algn="l" rtl="0" eaLnBrk="0" fontAlgn="base" latinLnBrk="1" hangingPunct="0">
        <a:spcBef>
          <a:spcPct val="20000"/>
        </a:spcBef>
        <a:spcAft>
          <a:spcPct val="0"/>
        </a:spcAft>
        <a:defRPr kumimoji="1" sz="1200" b="1">
          <a:solidFill>
            <a:schemeClr val="tx1"/>
          </a:solidFill>
          <a:latin typeface="+mn-lt"/>
          <a:ea typeface="+mn-ea"/>
        </a:defRPr>
      </a:lvl5pPr>
      <a:lvl6pPr marL="2514600" indent="-228600" algn="l" rtl="0" fontAlgn="base" latinLnBrk="1">
        <a:spcBef>
          <a:spcPct val="20000"/>
        </a:spcBef>
        <a:spcAft>
          <a:spcPct val="0"/>
        </a:spcAft>
        <a:defRPr kumimoji="1" sz="1200" b="1">
          <a:solidFill>
            <a:schemeClr val="tx1"/>
          </a:solidFill>
          <a:latin typeface="+mn-lt"/>
          <a:ea typeface="+mn-ea"/>
        </a:defRPr>
      </a:lvl6pPr>
      <a:lvl7pPr marL="2971800" indent="-228600" algn="l" rtl="0" fontAlgn="base" latinLnBrk="1">
        <a:spcBef>
          <a:spcPct val="20000"/>
        </a:spcBef>
        <a:spcAft>
          <a:spcPct val="0"/>
        </a:spcAft>
        <a:defRPr kumimoji="1" sz="1200" b="1">
          <a:solidFill>
            <a:schemeClr val="tx1"/>
          </a:solidFill>
          <a:latin typeface="+mn-lt"/>
          <a:ea typeface="+mn-ea"/>
        </a:defRPr>
      </a:lvl7pPr>
      <a:lvl8pPr marL="3429000" indent="-228600" algn="l" rtl="0" fontAlgn="base" latinLnBrk="1">
        <a:spcBef>
          <a:spcPct val="20000"/>
        </a:spcBef>
        <a:spcAft>
          <a:spcPct val="0"/>
        </a:spcAft>
        <a:defRPr kumimoji="1" sz="1200" b="1">
          <a:solidFill>
            <a:schemeClr val="tx1"/>
          </a:solidFill>
          <a:latin typeface="+mn-lt"/>
          <a:ea typeface="+mn-ea"/>
        </a:defRPr>
      </a:lvl8pPr>
      <a:lvl9pPr marL="3886200" indent="-228600" algn="l" rtl="0" fontAlgn="base" latinLnBrk="1">
        <a:spcBef>
          <a:spcPct val="20000"/>
        </a:spcBef>
        <a:spcAft>
          <a:spcPct val="0"/>
        </a:spcAft>
        <a:defRPr kumimoji="1" sz="1200" b="1">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tags" Target="../tags/tag5.xml"/><Relationship Id="rId7" Type="http://schemas.openxmlformats.org/officeDocument/2006/relationships/oleObject" Target="../embeddings/oleObject3.bin"/><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notesSlide" Target="../notesSlides/notesSlide1.xml"/><Relationship Id="rId5" Type="http://schemas.openxmlformats.org/officeDocument/2006/relationships/slideLayout" Target="../slideLayouts/slideLayout41.xml"/><Relationship Id="rId4" Type="http://schemas.openxmlformats.org/officeDocument/2006/relationships/tags" Target="../tags/tag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6" name="직선 연결선 55">
            <a:extLst>
              <a:ext uri="{FF2B5EF4-FFF2-40B4-BE49-F238E27FC236}">
                <a16:creationId xmlns:a16="http://schemas.microsoft.com/office/drawing/2014/main" id="{4011672F-7242-7A7F-B846-3654C33F82C5}"/>
              </a:ext>
            </a:extLst>
          </p:cNvPr>
          <p:cNvCxnSpPr>
            <a:cxnSpLocks/>
          </p:cNvCxnSpPr>
          <p:nvPr/>
        </p:nvCxnSpPr>
        <p:spPr>
          <a:xfrm flipH="1" flipV="1">
            <a:off x="2886149" y="6438844"/>
            <a:ext cx="835234" cy="709"/>
          </a:xfrm>
          <a:prstGeom prst="line">
            <a:avLst/>
          </a:prstGeom>
          <a:noFill/>
          <a:ln w="28575" cap="flat" cmpd="sng" algn="ctr">
            <a:solidFill>
              <a:srgbClr val="000000"/>
            </a:solidFill>
            <a:prstDash val="solid"/>
            <a:headEnd type="triangle"/>
            <a:tailEnd type="none"/>
          </a:ln>
          <a:effectLst/>
        </p:spPr>
      </p:cxnSp>
      <p:cxnSp>
        <p:nvCxnSpPr>
          <p:cNvPr id="627" name="직선 연결선 626"/>
          <p:cNvCxnSpPr>
            <a:cxnSpLocks/>
          </p:cNvCxnSpPr>
          <p:nvPr/>
        </p:nvCxnSpPr>
        <p:spPr>
          <a:xfrm>
            <a:off x="219381" y="5148573"/>
            <a:ext cx="11515419" cy="0"/>
          </a:xfrm>
          <a:prstGeom prst="line">
            <a:avLst/>
          </a:prstGeom>
          <a:noFill/>
          <a:ln w="9525" cap="flat" cmpd="sng" algn="ctr">
            <a:solidFill>
              <a:srgbClr val="000000">
                <a:lumMod val="50000"/>
                <a:lumOff val="50000"/>
              </a:srgbClr>
            </a:solidFill>
            <a:prstDash val="dash"/>
          </a:ln>
          <a:effectLst/>
        </p:spPr>
      </p:cxnSp>
      <p:graphicFrame>
        <p:nvGraphicFramePr>
          <p:cNvPr id="2" name="개체 1" hidden="1"/>
          <p:cNvGraphicFramePr>
            <a:graphicFrameLocks noChangeAspect="1"/>
          </p:cNvGraphicFramePr>
          <p:nvPr>
            <p:custDataLst>
              <p:tags r:id="rId1"/>
            </p:custDataLst>
          </p:nvPr>
        </p:nvGraphicFramePr>
        <p:xfrm>
          <a:off x="1144600" y="1599"/>
          <a:ext cx="1587" cy="1587"/>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4600" y="159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0" name="제목 8"/>
          <p:cNvSpPr txBox="1">
            <a:spLocks/>
          </p:cNvSpPr>
          <p:nvPr/>
        </p:nvSpPr>
        <p:spPr>
          <a:xfrm>
            <a:off x="258313" y="161136"/>
            <a:ext cx="2361480" cy="276999"/>
          </a:xfrm>
          <a:prstGeom prst="rect">
            <a:avLst/>
          </a:prstGeom>
        </p:spPr>
        <p:txBody>
          <a:bodyPr wrap="none" lIns="0" tIns="0" rIns="0" bIns="0" anchor="ctr" anchorCtr="0">
            <a:spAutoFit/>
          </a:bodyPr>
          <a:lst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a:lstStyle>
          <a:p>
            <a:pPr eaLnBrk="1" fontAlgn="auto" hangingPunct="1">
              <a:spcBef>
                <a:spcPts val="0"/>
              </a:spcBef>
              <a:spcAft>
                <a:spcPts val="0"/>
              </a:spcAft>
            </a:pPr>
            <a:r>
              <a:rPr lang="en-US" altLang="ko-KR" sz="1800" dirty="0">
                <a:solidFill>
                  <a:srgbClr val="000000"/>
                </a:solidFill>
              </a:rPr>
              <a:t>’25</a:t>
            </a:r>
            <a:r>
              <a:rPr lang="ko-KR" altLang="en-US" sz="1800" dirty="0">
                <a:solidFill>
                  <a:srgbClr val="000000"/>
                </a:solidFill>
              </a:rPr>
              <a:t>년 </a:t>
            </a:r>
            <a:r>
              <a:rPr lang="en-US" altLang="ko-KR" sz="1800" dirty="0">
                <a:solidFill>
                  <a:srgbClr val="000000"/>
                </a:solidFill>
              </a:rPr>
              <a:t>Global ATA </a:t>
            </a:r>
            <a:r>
              <a:rPr lang="ko-KR" altLang="en-US" sz="1800" dirty="0">
                <a:solidFill>
                  <a:srgbClr val="000000"/>
                </a:solidFill>
              </a:rPr>
              <a:t>운영</a:t>
            </a:r>
            <a:r>
              <a:rPr lang="en-US" altLang="ko-KR" sz="1800" dirty="0">
                <a:solidFill>
                  <a:srgbClr val="000000"/>
                </a:solidFill>
              </a:rPr>
              <a:t>(</a:t>
            </a:r>
            <a:r>
              <a:rPr lang="ko-KR" altLang="en-US" sz="1800" dirty="0">
                <a:solidFill>
                  <a:srgbClr val="000000"/>
                </a:solidFill>
              </a:rPr>
              <a:t>案</a:t>
            </a:r>
            <a:r>
              <a:rPr lang="en-US" altLang="ko-KR" sz="1800" dirty="0">
                <a:solidFill>
                  <a:srgbClr val="000000"/>
                </a:solidFill>
              </a:rPr>
              <a:t>)</a:t>
            </a:r>
            <a:endParaRPr kumimoji="0" lang="ko-KR" altLang="en-US" sz="1800" dirty="0">
              <a:solidFill>
                <a:prstClr val="black"/>
              </a:solidFill>
              <a:cs typeface="Arial" pitchFamily="34" charset="0"/>
              <a:sym typeface="Arial Narrow"/>
            </a:endParaRPr>
          </a:p>
        </p:txBody>
      </p:sp>
      <p:cxnSp>
        <p:nvCxnSpPr>
          <p:cNvPr id="262" name="직선 연결선 261"/>
          <p:cNvCxnSpPr>
            <a:cxnSpLocks/>
          </p:cNvCxnSpPr>
          <p:nvPr/>
        </p:nvCxnSpPr>
        <p:spPr>
          <a:xfrm>
            <a:off x="219381" y="2563970"/>
            <a:ext cx="11591619" cy="0"/>
          </a:xfrm>
          <a:prstGeom prst="line">
            <a:avLst/>
          </a:prstGeom>
          <a:noFill/>
          <a:ln w="9525" cap="flat" cmpd="sng" algn="ctr">
            <a:solidFill>
              <a:schemeClr val="bg1">
                <a:lumMod val="50000"/>
              </a:schemeClr>
            </a:solidFill>
            <a:prstDash val="dash"/>
          </a:ln>
          <a:effectLst/>
        </p:spPr>
      </p:cxnSp>
      <p:sp>
        <p:nvSpPr>
          <p:cNvPr id="245" name="TextBox 244"/>
          <p:cNvSpPr txBox="1"/>
          <p:nvPr/>
        </p:nvSpPr>
        <p:spPr>
          <a:xfrm>
            <a:off x="205974" y="6701167"/>
            <a:ext cx="1295226" cy="138499"/>
          </a:xfrm>
          <a:prstGeom prst="rect">
            <a:avLst/>
          </a:prstGeom>
          <a:noFill/>
        </p:spPr>
        <p:txBody>
          <a:bodyPr wrap="none" lIns="0" tIns="0" rIns="0" bIns="0" rtlCol="0">
            <a:spAutoFit/>
          </a:bodyPr>
          <a:lstStyle/>
          <a:p>
            <a:pPr fontAlgn="base">
              <a:spcBef>
                <a:spcPct val="0"/>
              </a:spcBef>
              <a:spcAft>
                <a:spcPct val="0"/>
              </a:spcAft>
            </a:pPr>
            <a:r>
              <a:rPr kumimoji="1" lang="en-US" altLang="ko-KR" sz="900" dirty="0">
                <a:solidFill>
                  <a:srgbClr val="000000"/>
                </a:solidFill>
              </a:rPr>
              <a:t> 1) APL 3 / 10% / 25% / 100% </a:t>
            </a:r>
            <a:endParaRPr kumimoji="1" lang="ko-KR" altLang="en-US" sz="900" dirty="0">
              <a:solidFill>
                <a:srgbClr val="000000"/>
              </a:solidFill>
            </a:endParaRPr>
          </a:p>
        </p:txBody>
      </p:sp>
      <p:cxnSp>
        <p:nvCxnSpPr>
          <p:cNvPr id="246" name="직선 연결선 245"/>
          <p:cNvCxnSpPr/>
          <p:nvPr/>
        </p:nvCxnSpPr>
        <p:spPr>
          <a:xfrm>
            <a:off x="205975" y="6667757"/>
            <a:ext cx="42535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08" name="제목 8"/>
          <p:cNvSpPr txBox="1">
            <a:spLocks/>
          </p:cNvSpPr>
          <p:nvPr/>
        </p:nvSpPr>
        <p:spPr>
          <a:xfrm>
            <a:off x="10695444" y="196275"/>
            <a:ext cx="1279196" cy="215444"/>
          </a:xfrm>
          <a:prstGeom prst="rect">
            <a:avLst/>
          </a:prstGeom>
        </p:spPr>
        <p:txBody>
          <a:bodyPr wrap="none" lIns="0" tIns="0" rIns="0" bIns="0" anchor="ctr" anchorCtr="0">
            <a:spAutoFit/>
          </a:bodyPr>
          <a:lst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a:lstStyle>
          <a:p>
            <a:pPr eaLnBrk="1" fontAlgn="auto" hangingPunct="1">
              <a:spcBef>
                <a:spcPts val="0"/>
              </a:spcBef>
              <a:spcAft>
                <a:spcPts val="0"/>
              </a:spcAft>
            </a:pPr>
            <a:r>
              <a:rPr lang="en-US" altLang="ko-KR" sz="1400" dirty="0">
                <a:solidFill>
                  <a:srgbClr val="000000"/>
                </a:solidFill>
              </a:rPr>
              <a:t>’25</a:t>
            </a:r>
            <a:r>
              <a:rPr lang="ko-KR" altLang="en-US" sz="1400">
                <a:solidFill>
                  <a:srgbClr val="000000"/>
                </a:solidFill>
              </a:rPr>
              <a:t>년 </a:t>
            </a:r>
            <a:r>
              <a:rPr lang="en-US" altLang="ko-KR" sz="1400" dirty="0">
                <a:solidFill>
                  <a:srgbClr val="000000"/>
                </a:solidFill>
              </a:rPr>
              <a:t>6</a:t>
            </a:r>
            <a:r>
              <a:rPr lang="ko-KR" altLang="en-US" sz="1400">
                <a:solidFill>
                  <a:srgbClr val="000000"/>
                </a:solidFill>
              </a:rPr>
              <a:t>월 </a:t>
            </a:r>
            <a:r>
              <a:rPr lang="en-US" altLang="ko-KR" sz="1400" dirty="0">
                <a:solidFill>
                  <a:srgbClr val="000000"/>
                </a:solidFill>
              </a:rPr>
              <a:t>4</a:t>
            </a:r>
            <a:r>
              <a:rPr lang="ko-KR" altLang="en-US" sz="1400">
                <a:solidFill>
                  <a:srgbClr val="000000"/>
                </a:solidFill>
              </a:rPr>
              <a:t>일 </a:t>
            </a:r>
            <a:r>
              <a:rPr lang="ko-KR" altLang="en-US" sz="1400" dirty="0">
                <a:solidFill>
                  <a:srgbClr val="000000"/>
                </a:solidFill>
              </a:rPr>
              <a:t>기준</a:t>
            </a:r>
            <a:endParaRPr kumimoji="0" lang="ko-KR" altLang="en-US" sz="1400" dirty="0">
              <a:solidFill>
                <a:prstClr val="black"/>
              </a:solidFill>
              <a:cs typeface="Arial" pitchFamily="34" charset="0"/>
              <a:sym typeface="Arial Narrow"/>
            </a:endParaRPr>
          </a:p>
        </p:txBody>
      </p:sp>
      <p:sp>
        <p:nvSpPr>
          <p:cNvPr id="5" name="Rectangle 3936">
            <a:extLst>
              <a:ext uri="{FF2B5EF4-FFF2-40B4-BE49-F238E27FC236}">
                <a16:creationId xmlns:a16="http://schemas.microsoft.com/office/drawing/2014/main" id="{0BF9D71B-3A59-0496-74C3-75DEDF75A0DB}"/>
              </a:ext>
            </a:extLst>
          </p:cNvPr>
          <p:cNvSpPr>
            <a:spLocks noChangeArrowheads="1"/>
          </p:cNvSpPr>
          <p:nvPr/>
        </p:nvSpPr>
        <p:spPr bwMode="auto">
          <a:xfrm>
            <a:off x="2188265" y="2260407"/>
            <a:ext cx="702000" cy="180000"/>
          </a:xfrm>
          <a:prstGeom prst="rect">
            <a:avLst/>
          </a:prstGeom>
          <a:solidFill>
            <a:schemeClr val="tx1"/>
          </a:solidFill>
          <a:ln w="3175" algn="ctr">
            <a:solidFill>
              <a:sysClr val="windowText" lastClr="000000"/>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defRPr/>
            </a:pPr>
            <a:r>
              <a:rPr lang="en-US" altLang="ko-KR" sz="1200" b="1" kern="0" dirty="0">
                <a:solidFill>
                  <a:srgbClr val="FFFFFF"/>
                </a:solidFill>
                <a:ea typeface="LG스마트체2.0 Regular" pitchFamily="50" charset="-127"/>
                <a:cs typeface="Arial" panose="020B0604020202020204" pitchFamily="34" charset="0"/>
              </a:rPr>
              <a:t>B4</a:t>
            </a:r>
          </a:p>
        </p:txBody>
      </p:sp>
      <p:sp>
        <p:nvSpPr>
          <p:cNvPr id="6" name="Rectangle 3936">
            <a:extLst>
              <a:ext uri="{FF2B5EF4-FFF2-40B4-BE49-F238E27FC236}">
                <a16:creationId xmlns:a16="http://schemas.microsoft.com/office/drawing/2014/main" id="{415B77EB-1BD5-400E-C155-A27540D6E631}"/>
              </a:ext>
            </a:extLst>
          </p:cNvPr>
          <p:cNvSpPr>
            <a:spLocks noChangeArrowheads="1"/>
          </p:cNvSpPr>
          <p:nvPr/>
        </p:nvSpPr>
        <p:spPr bwMode="auto">
          <a:xfrm>
            <a:off x="2184149" y="1471268"/>
            <a:ext cx="702000" cy="199279"/>
          </a:xfrm>
          <a:prstGeom prst="rect">
            <a:avLst/>
          </a:prstGeom>
          <a:solidFill>
            <a:schemeClr val="tx1"/>
          </a:solidFill>
          <a:ln w="3175" algn="ctr">
            <a:solidFill>
              <a:sysClr val="windowText" lastClr="000000"/>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defRPr/>
            </a:pPr>
            <a:r>
              <a:rPr lang="en-US" altLang="ko-KR" sz="1200" b="1" kern="0" dirty="0">
                <a:solidFill>
                  <a:srgbClr val="FFFFFF"/>
                </a:solidFill>
                <a:ea typeface="LG스마트체2.0 Regular" pitchFamily="50" charset="-127"/>
                <a:cs typeface="Arial" panose="020B0604020202020204" pitchFamily="34" charset="0"/>
              </a:rPr>
              <a:t>G4</a:t>
            </a:r>
          </a:p>
        </p:txBody>
      </p:sp>
      <p:sp>
        <p:nvSpPr>
          <p:cNvPr id="7" name="Rectangle 3936">
            <a:extLst>
              <a:ext uri="{FF2B5EF4-FFF2-40B4-BE49-F238E27FC236}">
                <a16:creationId xmlns:a16="http://schemas.microsoft.com/office/drawing/2014/main" id="{962E937B-EAD0-B560-8A79-273B53C33592}"/>
              </a:ext>
            </a:extLst>
          </p:cNvPr>
          <p:cNvSpPr>
            <a:spLocks noChangeArrowheads="1"/>
          </p:cNvSpPr>
          <p:nvPr/>
        </p:nvSpPr>
        <p:spPr bwMode="auto">
          <a:xfrm>
            <a:off x="3721383" y="1471268"/>
            <a:ext cx="702000" cy="199279"/>
          </a:xfrm>
          <a:prstGeom prst="rect">
            <a:avLst/>
          </a:prstGeom>
          <a:solidFill>
            <a:schemeClr val="tx1"/>
          </a:solidFill>
          <a:ln w="3175" algn="ctr">
            <a:solidFill>
              <a:sysClr val="windowText" lastClr="000000"/>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FFFFFF"/>
                </a:solidFill>
                <a:ea typeface="LG스마트체2.0 Regular" pitchFamily="50" charset="-127"/>
                <a:cs typeface="Arial" panose="020B0604020202020204" pitchFamily="34" charset="0"/>
              </a:rPr>
              <a:t>S95D</a:t>
            </a:r>
          </a:p>
        </p:txBody>
      </p:sp>
      <p:sp>
        <p:nvSpPr>
          <p:cNvPr id="8" name="Rectangle 3936">
            <a:extLst>
              <a:ext uri="{FF2B5EF4-FFF2-40B4-BE49-F238E27FC236}">
                <a16:creationId xmlns:a16="http://schemas.microsoft.com/office/drawing/2014/main" id="{377D2B29-55D2-160C-9BA5-6823B2BA15FE}"/>
              </a:ext>
            </a:extLst>
          </p:cNvPr>
          <p:cNvSpPr>
            <a:spLocks noChangeArrowheads="1"/>
          </p:cNvSpPr>
          <p:nvPr/>
        </p:nvSpPr>
        <p:spPr bwMode="auto">
          <a:xfrm>
            <a:off x="3721383" y="2636353"/>
            <a:ext cx="702000" cy="180000"/>
          </a:xfrm>
          <a:prstGeom prst="rect">
            <a:avLst/>
          </a:prstGeom>
          <a:solidFill>
            <a:srgbClr val="000000">
              <a:lumMod val="50000"/>
              <a:lumOff val="50000"/>
            </a:srgbClr>
          </a:solidFill>
          <a:ln w="3175" algn="ctr">
            <a:solidFill>
              <a:srgbClr val="231F20"/>
            </a:solidFill>
            <a:miter lim="800000"/>
            <a:headEnd/>
            <a:tailEnd/>
          </a:ln>
          <a:effectLst>
            <a:outerShdw blurRad="25400" dist="25400" dir="2700000" algn="tl" rotWithShape="0">
              <a:schemeClr val="bg1">
                <a:lumMod val="50000"/>
                <a:alpha val="49000"/>
              </a:schemeClr>
            </a:outerShdw>
          </a:effectLst>
        </p:spPr>
        <p:txBody>
          <a:bodyPr wrap="none" lIns="26928" tIns="26928" rIns="26928" bIns="26928" anchor="ctr"/>
          <a:lstStyle/>
          <a:p>
            <a:pPr algn="ctr" defTabSz="914290" fontAlgn="base" latinLnBrk="0">
              <a:spcBef>
                <a:spcPct val="0"/>
              </a:spcBef>
              <a:spcAft>
                <a:spcPct val="0"/>
              </a:spcAft>
            </a:pPr>
            <a:r>
              <a:rPr kumimoji="1" lang="en-US" altLang="ko-KR" sz="1200" b="1" kern="0" dirty="0">
                <a:solidFill>
                  <a:srgbClr val="FFFFFF"/>
                </a:solidFill>
                <a:cs typeface="Arial" panose="020B0604020202020204" pitchFamily="34" charset="0"/>
              </a:rPr>
              <a:t>QN800D</a:t>
            </a:r>
          </a:p>
        </p:txBody>
      </p:sp>
      <p:sp>
        <p:nvSpPr>
          <p:cNvPr id="9" name="Rectangle 3936">
            <a:extLst>
              <a:ext uri="{FF2B5EF4-FFF2-40B4-BE49-F238E27FC236}">
                <a16:creationId xmlns:a16="http://schemas.microsoft.com/office/drawing/2014/main" id="{F5ED9D24-5A5B-D2C7-D332-0A33887FAB8B}"/>
              </a:ext>
            </a:extLst>
          </p:cNvPr>
          <p:cNvSpPr>
            <a:spLocks noChangeArrowheads="1"/>
          </p:cNvSpPr>
          <p:nvPr/>
        </p:nvSpPr>
        <p:spPr bwMode="auto">
          <a:xfrm>
            <a:off x="3721383" y="3270965"/>
            <a:ext cx="702000" cy="180000"/>
          </a:xfrm>
          <a:prstGeom prst="rect">
            <a:avLst/>
          </a:prstGeom>
          <a:solidFill>
            <a:srgbClr val="000000">
              <a:lumMod val="50000"/>
              <a:lumOff val="50000"/>
            </a:srgbClr>
          </a:solidFill>
          <a:ln w="3175" algn="ctr">
            <a:solidFill>
              <a:srgbClr val="231F20"/>
            </a:solidFill>
            <a:miter lim="800000"/>
            <a:headEnd/>
            <a:tailEnd/>
          </a:ln>
          <a:effectLst>
            <a:outerShdw blurRad="25400" dist="25400" dir="2700000" algn="tl" rotWithShape="0">
              <a:schemeClr val="bg1">
                <a:lumMod val="50000"/>
                <a:alpha val="49000"/>
              </a:schemeClr>
            </a:outerShdw>
          </a:effectLst>
        </p:spPr>
        <p:txBody>
          <a:bodyPr wrap="none" lIns="26928" tIns="26928" rIns="26928" bIns="26928" anchor="ctr"/>
          <a:lstStyle/>
          <a:p>
            <a:pPr algn="ctr" defTabSz="914290" fontAlgn="base" latinLnBrk="0">
              <a:spcBef>
                <a:spcPct val="0"/>
              </a:spcBef>
              <a:spcAft>
                <a:spcPct val="0"/>
              </a:spcAft>
            </a:pPr>
            <a:r>
              <a:rPr kumimoji="1" lang="en-US" altLang="ko-KR" sz="1200" b="1" kern="0" dirty="0">
                <a:solidFill>
                  <a:srgbClr val="FFFFFF"/>
                </a:solidFill>
                <a:cs typeface="Arial" panose="020B0604020202020204" pitchFamily="34" charset="0"/>
              </a:rPr>
              <a:t>QN85D</a:t>
            </a:r>
          </a:p>
        </p:txBody>
      </p:sp>
      <p:sp>
        <p:nvSpPr>
          <p:cNvPr id="10" name="Rectangle 3936">
            <a:extLst>
              <a:ext uri="{FF2B5EF4-FFF2-40B4-BE49-F238E27FC236}">
                <a16:creationId xmlns:a16="http://schemas.microsoft.com/office/drawing/2014/main" id="{646146F8-8649-44B9-4704-D043166D439C}"/>
              </a:ext>
            </a:extLst>
          </p:cNvPr>
          <p:cNvSpPr>
            <a:spLocks noChangeArrowheads="1"/>
          </p:cNvSpPr>
          <p:nvPr/>
        </p:nvSpPr>
        <p:spPr bwMode="auto">
          <a:xfrm>
            <a:off x="3721383" y="3676271"/>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Q80D</a:t>
            </a:r>
          </a:p>
        </p:txBody>
      </p:sp>
      <p:sp>
        <p:nvSpPr>
          <p:cNvPr id="11" name="Rectangle 3936">
            <a:extLst>
              <a:ext uri="{FF2B5EF4-FFF2-40B4-BE49-F238E27FC236}">
                <a16:creationId xmlns:a16="http://schemas.microsoft.com/office/drawing/2014/main" id="{28CA728A-91F7-3E37-C3C9-FF4C5DC01807}"/>
              </a:ext>
            </a:extLst>
          </p:cNvPr>
          <p:cNvSpPr>
            <a:spLocks noChangeArrowheads="1"/>
          </p:cNvSpPr>
          <p:nvPr/>
        </p:nvSpPr>
        <p:spPr bwMode="auto">
          <a:xfrm>
            <a:off x="3721383" y="4223802"/>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Q70D</a:t>
            </a:r>
          </a:p>
        </p:txBody>
      </p:sp>
      <p:sp>
        <p:nvSpPr>
          <p:cNvPr id="12" name="Rectangle 3936">
            <a:extLst>
              <a:ext uri="{FF2B5EF4-FFF2-40B4-BE49-F238E27FC236}">
                <a16:creationId xmlns:a16="http://schemas.microsoft.com/office/drawing/2014/main" id="{AA310968-3D89-5622-CB5E-A76C3FF088E9}"/>
              </a:ext>
            </a:extLst>
          </p:cNvPr>
          <p:cNvSpPr>
            <a:spLocks noChangeArrowheads="1"/>
          </p:cNvSpPr>
          <p:nvPr/>
        </p:nvSpPr>
        <p:spPr bwMode="auto">
          <a:xfrm>
            <a:off x="3721383" y="4794678"/>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Q60D</a:t>
            </a:r>
          </a:p>
        </p:txBody>
      </p:sp>
      <p:sp>
        <p:nvSpPr>
          <p:cNvPr id="13" name="Rectangle 3936">
            <a:extLst>
              <a:ext uri="{FF2B5EF4-FFF2-40B4-BE49-F238E27FC236}">
                <a16:creationId xmlns:a16="http://schemas.microsoft.com/office/drawing/2014/main" id="{76EA29F6-065A-01EB-60DD-FF0D4083930E}"/>
              </a:ext>
            </a:extLst>
          </p:cNvPr>
          <p:cNvSpPr>
            <a:spLocks noChangeArrowheads="1"/>
          </p:cNvSpPr>
          <p:nvPr/>
        </p:nvSpPr>
        <p:spPr bwMode="auto">
          <a:xfrm>
            <a:off x="3729983" y="5537384"/>
            <a:ext cx="702000" cy="180000"/>
          </a:xfrm>
          <a:prstGeom prst="rect">
            <a:avLst/>
          </a:prstGeom>
          <a:solidFill>
            <a:srgbClr val="FFFFFF"/>
          </a:solidFill>
          <a:ln w="3175" algn="ctr">
            <a:solidFill>
              <a:schemeClr val="tx1">
                <a:lumMod val="50000"/>
                <a:lumOff val="50000"/>
              </a:schemeClr>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000000"/>
                </a:solidFill>
                <a:ea typeface="LG스마트체2.0 Regular" pitchFamily="50" charset="-127"/>
                <a:cs typeface="Arial" panose="020B0604020202020204" pitchFamily="34" charset="0"/>
              </a:rPr>
              <a:t>DU80</a:t>
            </a:r>
          </a:p>
        </p:txBody>
      </p:sp>
      <p:sp>
        <p:nvSpPr>
          <p:cNvPr id="14" name="Rectangle 3936">
            <a:extLst>
              <a:ext uri="{FF2B5EF4-FFF2-40B4-BE49-F238E27FC236}">
                <a16:creationId xmlns:a16="http://schemas.microsoft.com/office/drawing/2014/main" id="{325731DA-9BAA-3AED-8BB5-7F4856E9E5C4}"/>
              </a:ext>
            </a:extLst>
          </p:cNvPr>
          <p:cNvSpPr>
            <a:spLocks noChangeArrowheads="1"/>
          </p:cNvSpPr>
          <p:nvPr/>
        </p:nvSpPr>
        <p:spPr bwMode="auto">
          <a:xfrm>
            <a:off x="2184149" y="2636353"/>
            <a:ext cx="702000" cy="180000"/>
          </a:xfrm>
          <a:prstGeom prst="rect">
            <a:avLst/>
          </a:prstGeom>
          <a:solidFill>
            <a:srgbClr val="000000">
              <a:lumMod val="50000"/>
              <a:lumOff val="50000"/>
            </a:srgbClr>
          </a:solidFill>
          <a:ln w="3175" algn="ctr">
            <a:solidFill>
              <a:srgbClr val="231F20"/>
            </a:solidFill>
            <a:miter lim="800000"/>
            <a:headEnd/>
            <a:tailEnd/>
          </a:ln>
          <a:effectLst>
            <a:outerShdw blurRad="25400" dist="25400" dir="2700000" algn="tl" rotWithShape="0">
              <a:schemeClr val="bg1">
                <a:lumMod val="50000"/>
                <a:alpha val="49000"/>
              </a:schemeClr>
            </a:outerShdw>
          </a:effectLst>
        </p:spPr>
        <p:txBody>
          <a:bodyPr wrap="none" lIns="26928" tIns="26928" rIns="26928" bIns="26928" anchor="ctr"/>
          <a:lstStyle/>
          <a:p>
            <a:pPr algn="ctr" defTabSz="914290" fontAlgn="base" latinLnBrk="0">
              <a:spcBef>
                <a:spcPct val="0"/>
              </a:spcBef>
              <a:spcAft>
                <a:spcPct val="0"/>
              </a:spcAft>
            </a:pPr>
            <a:r>
              <a:rPr kumimoji="1" lang="en-US" altLang="ko-KR" sz="1200" b="1" kern="0" dirty="0">
                <a:solidFill>
                  <a:srgbClr val="FFFFFF"/>
                </a:solidFill>
                <a:cs typeface="Arial" panose="020B0604020202020204" pitchFamily="34" charset="0"/>
              </a:rPr>
              <a:t>QNED99</a:t>
            </a:r>
          </a:p>
        </p:txBody>
      </p:sp>
      <p:sp>
        <p:nvSpPr>
          <p:cNvPr id="15" name="Rectangle 3936">
            <a:extLst>
              <a:ext uri="{FF2B5EF4-FFF2-40B4-BE49-F238E27FC236}">
                <a16:creationId xmlns:a16="http://schemas.microsoft.com/office/drawing/2014/main" id="{E950F2EE-0EE5-579C-44C9-2FEC19B77E3D}"/>
              </a:ext>
            </a:extLst>
          </p:cNvPr>
          <p:cNvSpPr>
            <a:spLocks noChangeArrowheads="1"/>
          </p:cNvSpPr>
          <p:nvPr/>
        </p:nvSpPr>
        <p:spPr bwMode="auto">
          <a:xfrm>
            <a:off x="2184149" y="3784999"/>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QNED89</a:t>
            </a:r>
          </a:p>
        </p:txBody>
      </p:sp>
      <p:sp>
        <p:nvSpPr>
          <p:cNvPr id="16" name="Rectangle 3936">
            <a:extLst>
              <a:ext uri="{FF2B5EF4-FFF2-40B4-BE49-F238E27FC236}">
                <a16:creationId xmlns:a16="http://schemas.microsoft.com/office/drawing/2014/main" id="{1B0F1596-96CB-B09D-F146-EA95234698A7}"/>
              </a:ext>
            </a:extLst>
          </p:cNvPr>
          <p:cNvSpPr>
            <a:spLocks noChangeArrowheads="1"/>
          </p:cNvSpPr>
          <p:nvPr/>
        </p:nvSpPr>
        <p:spPr bwMode="auto">
          <a:xfrm>
            <a:off x="2184149" y="4223802"/>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QNED85</a:t>
            </a:r>
          </a:p>
        </p:txBody>
      </p:sp>
      <p:sp>
        <p:nvSpPr>
          <p:cNvPr id="17" name="Rectangle 3936">
            <a:extLst>
              <a:ext uri="{FF2B5EF4-FFF2-40B4-BE49-F238E27FC236}">
                <a16:creationId xmlns:a16="http://schemas.microsoft.com/office/drawing/2014/main" id="{938D4CB1-5AB5-23A3-D925-11AEC04864E0}"/>
              </a:ext>
            </a:extLst>
          </p:cNvPr>
          <p:cNvSpPr>
            <a:spLocks noChangeArrowheads="1"/>
          </p:cNvSpPr>
          <p:nvPr/>
        </p:nvSpPr>
        <p:spPr bwMode="auto">
          <a:xfrm>
            <a:off x="2184149" y="4794678"/>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QNED80</a:t>
            </a:r>
          </a:p>
        </p:txBody>
      </p:sp>
      <p:sp>
        <p:nvSpPr>
          <p:cNvPr id="18" name="Rectangle 3936">
            <a:extLst>
              <a:ext uri="{FF2B5EF4-FFF2-40B4-BE49-F238E27FC236}">
                <a16:creationId xmlns:a16="http://schemas.microsoft.com/office/drawing/2014/main" id="{905D0180-B798-4679-776F-5702609AEE8C}"/>
              </a:ext>
            </a:extLst>
          </p:cNvPr>
          <p:cNvSpPr>
            <a:spLocks noChangeArrowheads="1"/>
          </p:cNvSpPr>
          <p:nvPr/>
        </p:nvSpPr>
        <p:spPr bwMode="auto">
          <a:xfrm>
            <a:off x="2184149" y="5255899"/>
            <a:ext cx="702000" cy="180000"/>
          </a:xfrm>
          <a:prstGeom prst="rect">
            <a:avLst/>
          </a:prstGeom>
          <a:solidFill>
            <a:srgbClr val="FFFFFF"/>
          </a:solidFill>
          <a:ln w="3175" algn="ctr">
            <a:solidFill>
              <a:schemeClr val="tx1">
                <a:lumMod val="50000"/>
                <a:lumOff val="50000"/>
              </a:schemeClr>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000000"/>
                </a:solidFill>
                <a:ea typeface="LG스마트체2.0 Regular" pitchFamily="50" charset="-127"/>
                <a:cs typeface="Arial" panose="020B0604020202020204" pitchFamily="34" charset="0"/>
              </a:rPr>
              <a:t>NANO80</a:t>
            </a:r>
          </a:p>
        </p:txBody>
      </p:sp>
      <p:sp>
        <p:nvSpPr>
          <p:cNvPr id="19" name="Rectangle 3936">
            <a:extLst>
              <a:ext uri="{FF2B5EF4-FFF2-40B4-BE49-F238E27FC236}">
                <a16:creationId xmlns:a16="http://schemas.microsoft.com/office/drawing/2014/main" id="{59E22BF1-31E5-0DE2-BAC3-7B4A61C6728F}"/>
              </a:ext>
            </a:extLst>
          </p:cNvPr>
          <p:cNvSpPr>
            <a:spLocks noChangeArrowheads="1"/>
          </p:cNvSpPr>
          <p:nvPr/>
        </p:nvSpPr>
        <p:spPr bwMode="auto">
          <a:xfrm>
            <a:off x="2184149" y="6344919"/>
            <a:ext cx="702000" cy="180000"/>
          </a:xfrm>
          <a:prstGeom prst="rect">
            <a:avLst/>
          </a:prstGeom>
          <a:solidFill>
            <a:srgbClr val="FFFFFF"/>
          </a:solidFill>
          <a:ln w="3175" algn="ctr">
            <a:solidFill>
              <a:schemeClr val="tx1">
                <a:lumMod val="50000"/>
                <a:lumOff val="50000"/>
              </a:schemeClr>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000000"/>
                </a:solidFill>
                <a:ea typeface="LG스마트체2.0 Regular" pitchFamily="50" charset="-127"/>
                <a:cs typeface="Arial" panose="020B0604020202020204" pitchFamily="34" charset="0"/>
              </a:rPr>
              <a:t>UT73</a:t>
            </a:r>
            <a:endParaRPr lang="ko-KR" altLang="en-US" sz="1200" b="1" kern="0" dirty="0">
              <a:solidFill>
                <a:srgbClr val="000000"/>
              </a:solidFill>
              <a:ea typeface="LG스마트체2.0 Regular" pitchFamily="50" charset="-127"/>
              <a:cs typeface="Arial" panose="020B0604020202020204" pitchFamily="34" charset="0"/>
            </a:endParaRPr>
          </a:p>
        </p:txBody>
      </p:sp>
      <p:sp>
        <p:nvSpPr>
          <p:cNvPr id="20" name="Rectangle 3936">
            <a:extLst>
              <a:ext uri="{FF2B5EF4-FFF2-40B4-BE49-F238E27FC236}">
                <a16:creationId xmlns:a16="http://schemas.microsoft.com/office/drawing/2014/main" id="{0F306ED8-0195-6F03-C458-B3AEBB7F67C6}"/>
              </a:ext>
            </a:extLst>
          </p:cNvPr>
          <p:cNvSpPr>
            <a:spLocks noChangeArrowheads="1"/>
          </p:cNvSpPr>
          <p:nvPr/>
        </p:nvSpPr>
        <p:spPr bwMode="auto">
          <a:xfrm>
            <a:off x="2184149" y="5537384"/>
            <a:ext cx="702000" cy="180000"/>
          </a:xfrm>
          <a:prstGeom prst="rect">
            <a:avLst/>
          </a:prstGeom>
          <a:solidFill>
            <a:srgbClr val="FFFFFF"/>
          </a:solidFill>
          <a:ln w="3175" algn="ctr">
            <a:solidFill>
              <a:schemeClr val="tx1">
                <a:lumMod val="50000"/>
                <a:lumOff val="50000"/>
              </a:schemeClr>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000000"/>
                </a:solidFill>
                <a:ea typeface="LG스마트체2.0 Regular" pitchFamily="50" charset="-127"/>
                <a:cs typeface="Arial" panose="020B0604020202020204" pitchFamily="34" charset="0"/>
              </a:rPr>
              <a:t>UT90</a:t>
            </a:r>
          </a:p>
        </p:txBody>
      </p:sp>
      <p:sp>
        <p:nvSpPr>
          <p:cNvPr id="21" name="Rectangle 3936">
            <a:extLst>
              <a:ext uri="{FF2B5EF4-FFF2-40B4-BE49-F238E27FC236}">
                <a16:creationId xmlns:a16="http://schemas.microsoft.com/office/drawing/2014/main" id="{13710E4F-6B5C-5681-C8F6-27F0BB0D3967}"/>
              </a:ext>
            </a:extLst>
          </p:cNvPr>
          <p:cNvSpPr>
            <a:spLocks noChangeArrowheads="1"/>
          </p:cNvSpPr>
          <p:nvPr/>
        </p:nvSpPr>
        <p:spPr bwMode="auto">
          <a:xfrm>
            <a:off x="2188265" y="1868421"/>
            <a:ext cx="702000" cy="180000"/>
          </a:xfrm>
          <a:prstGeom prst="rect">
            <a:avLst/>
          </a:prstGeom>
          <a:solidFill>
            <a:schemeClr val="tx1"/>
          </a:solidFill>
          <a:ln w="3175" algn="ctr">
            <a:solidFill>
              <a:sysClr val="windowText" lastClr="000000"/>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defRPr/>
            </a:pPr>
            <a:r>
              <a:rPr lang="en-US" altLang="ko-KR" sz="1200" b="1" kern="0" dirty="0">
                <a:solidFill>
                  <a:srgbClr val="FFFFFF"/>
                </a:solidFill>
                <a:ea typeface="LG스마트체2.0 Regular" pitchFamily="50" charset="-127"/>
                <a:cs typeface="Arial" panose="020B0604020202020204" pitchFamily="34" charset="0"/>
              </a:rPr>
              <a:t>C4</a:t>
            </a:r>
          </a:p>
        </p:txBody>
      </p:sp>
      <p:cxnSp>
        <p:nvCxnSpPr>
          <p:cNvPr id="22" name="직선 연결선 21">
            <a:extLst>
              <a:ext uri="{FF2B5EF4-FFF2-40B4-BE49-F238E27FC236}">
                <a16:creationId xmlns:a16="http://schemas.microsoft.com/office/drawing/2014/main" id="{7F54ED91-512A-24A4-5A7E-4CB98F05875C}"/>
              </a:ext>
            </a:extLst>
          </p:cNvPr>
          <p:cNvCxnSpPr/>
          <p:nvPr/>
        </p:nvCxnSpPr>
        <p:spPr>
          <a:xfrm flipH="1" flipV="1">
            <a:off x="2886149" y="1570553"/>
            <a:ext cx="835234" cy="709"/>
          </a:xfrm>
          <a:prstGeom prst="line">
            <a:avLst/>
          </a:prstGeom>
          <a:noFill/>
          <a:ln w="28575" cap="flat" cmpd="sng" algn="ctr">
            <a:solidFill>
              <a:srgbClr val="000000"/>
            </a:solidFill>
            <a:prstDash val="solid"/>
            <a:headEnd type="triangle"/>
            <a:tailEnd type="none"/>
          </a:ln>
          <a:effectLst/>
        </p:spPr>
      </p:cxnSp>
      <p:sp>
        <p:nvSpPr>
          <p:cNvPr id="23" name="타원 22">
            <a:extLst>
              <a:ext uri="{FF2B5EF4-FFF2-40B4-BE49-F238E27FC236}">
                <a16:creationId xmlns:a16="http://schemas.microsoft.com/office/drawing/2014/main" id="{DC8B0EFA-FF49-43D7-51F6-23709222F2A3}"/>
              </a:ext>
            </a:extLst>
          </p:cNvPr>
          <p:cNvSpPr/>
          <p:nvPr/>
        </p:nvSpPr>
        <p:spPr>
          <a:xfrm>
            <a:off x="3080988" y="1480907"/>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cxnSp>
        <p:nvCxnSpPr>
          <p:cNvPr id="24" name="직선 연결선 23">
            <a:extLst>
              <a:ext uri="{FF2B5EF4-FFF2-40B4-BE49-F238E27FC236}">
                <a16:creationId xmlns:a16="http://schemas.microsoft.com/office/drawing/2014/main" id="{50C16889-99CF-DA7D-7C39-13F0AA856652}"/>
              </a:ext>
            </a:extLst>
          </p:cNvPr>
          <p:cNvCxnSpPr>
            <a:cxnSpLocks/>
          </p:cNvCxnSpPr>
          <p:nvPr/>
        </p:nvCxnSpPr>
        <p:spPr>
          <a:xfrm flipH="1" flipV="1">
            <a:off x="2890265" y="1958421"/>
            <a:ext cx="831114" cy="1"/>
          </a:xfrm>
          <a:prstGeom prst="line">
            <a:avLst/>
          </a:prstGeom>
          <a:noFill/>
          <a:ln w="28575" cap="flat" cmpd="sng" algn="ctr">
            <a:solidFill>
              <a:srgbClr val="000000"/>
            </a:solidFill>
            <a:prstDash val="solid"/>
            <a:headEnd type="triangle"/>
            <a:tailEnd type="none"/>
          </a:ln>
          <a:effectLst/>
        </p:spPr>
      </p:cxnSp>
      <p:sp>
        <p:nvSpPr>
          <p:cNvPr id="25" name="타원 24">
            <a:extLst>
              <a:ext uri="{FF2B5EF4-FFF2-40B4-BE49-F238E27FC236}">
                <a16:creationId xmlns:a16="http://schemas.microsoft.com/office/drawing/2014/main" id="{69E6E864-1F70-BB78-5BA4-510331E57603}"/>
              </a:ext>
            </a:extLst>
          </p:cNvPr>
          <p:cNvSpPr/>
          <p:nvPr/>
        </p:nvSpPr>
        <p:spPr>
          <a:xfrm>
            <a:off x="3079641" y="1868421"/>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cxnSp>
        <p:nvCxnSpPr>
          <p:cNvPr id="26" name="직선 연결선 25">
            <a:extLst>
              <a:ext uri="{FF2B5EF4-FFF2-40B4-BE49-F238E27FC236}">
                <a16:creationId xmlns:a16="http://schemas.microsoft.com/office/drawing/2014/main" id="{D02F2BE8-03B2-62D8-C0FF-53F3C1032EA8}"/>
              </a:ext>
            </a:extLst>
          </p:cNvPr>
          <p:cNvCxnSpPr>
            <a:cxnSpLocks/>
          </p:cNvCxnSpPr>
          <p:nvPr/>
        </p:nvCxnSpPr>
        <p:spPr>
          <a:xfrm flipH="1" flipV="1">
            <a:off x="2886149" y="2725999"/>
            <a:ext cx="835234" cy="709"/>
          </a:xfrm>
          <a:prstGeom prst="line">
            <a:avLst/>
          </a:prstGeom>
          <a:noFill/>
          <a:ln w="28575" cap="flat" cmpd="sng" algn="ctr">
            <a:solidFill>
              <a:srgbClr val="000000"/>
            </a:solidFill>
            <a:prstDash val="solid"/>
            <a:headEnd type="triangle"/>
            <a:tailEnd type="none"/>
          </a:ln>
          <a:effectLst/>
        </p:spPr>
      </p:cxnSp>
      <p:sp>
        <p:nvSpPr>
          <p:cNvPr id="27" name="타원 26">
            <a:extLst>
              <a:ext uri="{FF2B5EF4-FFF2-40B4-BE49-F238E27FC236}">
                <a16:creationId xmlns:a16="http://schemas.microsoft.com/office/drawing/2014/main" id="{152885FC-4D75-C951-6530-1C833050017A}"/>
              </a:ext>
            </a:extLst>
          </p:cNvPr>
          <p:cNvSpPr/>
          <p:nvPr/>
        </p:nvSpPr>
        <p:spPr>
          <a:xfrm>
            <a:off x="3080988" y="2636353"/>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cxnSp>
        <p:nvCxnSpPr>
          <p:cNvPr id="28" name="직선 연결선 27">
            <a:extLst>
              <a:ext uri="{FF2B5EF4-FFF2-40B4-BE49-F238E27FC236}">
                <a16:creationId xmlns:a16="http://schemas.microsoft.com/office/drawing/2014/main" id="{6D839457-4DCD-41DD-21BD-0AE8B1AE9099}"/>
              </a:ext>
            </a:extLst>
          </p:cNvPr>
          <p:cNvCxnSpPr>
            <a:cxnSpLocks/>
          </p:cNvCxnSpPr>
          <p:nvPr/>
        </p:nvCxnSpPr>
        <p:spPr>
          <a:xfrm flipH="1" flipV="1">
            <a:off x="2886149" y="4313448"/>
            <a:ext cx="835234" cy="709"/>
          </a:xfrm>
          <a:prstGeom prst="line">
            <a:avLst/>
          </a:prstGeom>
          <a:noFill/>
          <a:ln w="28575" cap="flat" cmpd="sng" algn="ctr">
            <a:solidFill>
              <a:srgbClr val="000000"/>
            </a:solidFill>
            <a:prstDash val="solid"/>
            <a:headEnd type="triangle"/>
            <a:tailEnd type="none"/>
          </a:ln>
          <a:effectLst/>
        </p:spPr>
      </p:cxnSp>
      <p:sp>
        <p:nvSpPr>
          <p:cNvPr id="29" name="타원 28">
            <a:extLst>
              <a:ext uri="{FF2B5EF4-FFF2-40B4-BE49-F238E27FC236}">
                <a16:creationId xmlns:a16="http://schemas.microsoft.com/office/drawing/2014/main" id="{534A93E2-CDE4-3397-BD21-6F1C00E3835A}"/>
              </a:ext>
            </a:extLst>
          </p:cNvPr>
          <p:cNvSpPr/>
          <p:nvPr/>
        </p:nvSpPr>
        <p:spPr>
          <a:xfrm>
            <a:off x="3080988" y="4223802"/>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cxnSp>
        <p:nvCxnSpPr>
          <p:cNvPr id="30" name="직선 연결선 29">
            <a:extLst>
              <a:ext uri="{FF2B5EF4-FFF2-40B4-BE49-F238E27FC236}">
                <a16:creationId xmlns:a16="http://schemas.microsoft.com/office/drawing/2014/main" id="{0B1BC247-1918-048A-8212-4336BF79D844}"/>
              </a:ext>
            </a:extLst>
          </p:cNvPr>
          <p:cNvCxnSpPr>
            <a:cxnSpLocks/>
          </p:cNvCxnSpPr>
          <p:nvPr/>
        </p:nvCxnSpPr>
        <p:spPr>
          <a:xfrm flipH="1" flipV="1">
            <a:off x="2886149" y="4884324"/>
            <a:ext cx="835234" cy="709"/>
          </a:xfrm>
          <a:prstGeom prst="line">
            <a:avLst/>
          </a:prstGeom>
          <a:noFill/>
          <a:ln w="28575" cap="flat" cmpd="sng" algn="ctr">
            <a:solidFill>
              <a:srgbClr val="000000"/>
            </a:solidFill>
            <a:prstDash val="solid"/>
            <a:headEnd type="triangle"/>
            <a:tailEnd type="none"/>
          </a:ln>
          <a:effectLst/>
        </p:spPr>
      </p:cxnSp>
      <p:cxnSp>
        <p:nvCxnSpPr>
          <p:cNvPr id="31" name="직선 연결선 30">
            <a:extLst>
              <a:ext uri="{FF2B5EF4-FFF2-40B4-BE49-F238E27FC236}">
                <a16:creationId xmlns:a16="http://schemas.microsoft.com/office/drawing/2014/main" id="{43E93135-9EAE-1BAF-AA1C-302D14351D51}"/>
              </a:ext>
            </a:extLst>
          </p:cNvPr>
          <p:cNvCxnSpPr>
            <a:cxnSpLocks/>
          </p:cNvCxnSpPr>
          <p:nvPr/>
        </p:nvCxnSpPr>
        <p:spPr>
          <a:xfrm flipH="1" flipV="1">
            <a:off x="2886149" y="5627030"/>
            <a:ext cx="835234" cy="709"/>
          </a:xfrm>
          <a:prstGeom prst="line">
            <a:avLst/>
          </a:prstGeom>
          <a:noFill/>
          <a:ln w="28575" cap="flat" cmpd="sng" algn="ctr">
            <a:solidFill>
              <a:srgbClr val="000000"/>
            </a:solidFill>
            <a:prstDash val="solid"/>
            <a:headEnd type="triangle"/>
            <a:tailEnd type="none"/>
          </a:ln>
          <a:effectLst/>
        </p:spPr>
      </p:cxnSp>
      <p:sp>
        <p:nvSpPr>
          <p:cNvPr id="32" name="타원 31">
            <a:extLst>
              <a:ext uri="{FF2B5EF4-FFF2-40B4-BE49-F238E27FC236}">
                <a16:creationId xmlns:a16="http://schemas.microsoft.com/office/drawing/2014/main" id="{55FA6EAF-7680-4BB4-A198-48AD4709DD4E}"/>
              </a:ext>
            </a:extLst>
          </p:cNvPr>
          <p:cNvSpPr/>
          <p:nvPr/>
        </p:nvSpPr>
        <p:spPr>
          <a:xfrm>
            <a:off x="3080988" y="5537384"/>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cxnSp>
        <p:nvCxnSpPr>
          <p:cNvPr id="33" name="직선 연결선 32">
            <a:extLst>
              <a:ext uri="{FF2B5EF4-FFF2-40B4-BE49-F238E27FC236}">
                <a16:creationId xmlns:a16="http://schemas.microsoft.com/office/drawing/2014/main" id="{BCAAC734-131F-42BA-2FDD-28B3D4BDF481}"/>
              </a:ext>
            </a:extLst>
          </p:cNvPr>
          <p:cNvCxnSpPr>
            <a:cxnSpLocks/>
          </p:cNvCxnSpPr>
          <p:nvPr/>
        </p:nvCxnSpPr>
        <p:spPr>
          <a:xfrm flipH="1" flipV="1">
            <a:off x="2886149" y="5939088"/>
            <a:ext cx="835234" cy="709"/>
          </a:xfrm>
          <a:prstGeom prst="line">
            <a:avLst/>
          </a:prstGeom>
          <a:noFill/>
          <a:ln w="28575" cap="flat" cmpd="sng" algn="ctr">
            <a:solidFill>
              <a:srgbClr val="000000"/>
            </a:solidFill>
            <a:prstDash val="solid"/>
            <a:headEnd type="triangle"/>
            <a:tailEnd type="none"/>
          </a:ln>
          <a:effectLst/>
        </p:spPr>
      </p:cxnSp>
      <p:sp>
        <p:nvSpPr>
          <p:cNvPr id="35" name="타원 34">
            <a:extLst>
              <a:ext uri="{FF2B5EF4-FFF2-40B4-BE49-F238E27FC236}">
                <a16:creationId xmlns:a16="http://schemas.microsoft.com/office/drawing/2014/main" id="{6A0DB525-003D-B051-20CE-824DAD207816}"/>
              </a:ext>
            </a:extLst>
          </p:cNvPr>
          <p:cNvSpPr/>
          <p:nvPr/>
        </p:nvSpPr>
        <p:spPr>
          <a:xfrm>
            <a:off x="3080988" y="4794678"/>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r>
              <a:rPr lang="en-US" altLang="ko-KR" sz="1200" b="1" kern="0" dirty="0">
                <a:solidFill>
                  <a:srgbClr val="FFFFFF"/>
                </a:solidFill>
              </a:rPr>
              <a:t>100</a:t>
            </a:r>
            <a:endParaRPr lang="ko-KR" altLang="en-US" sz="1200" b="1" kern="0" dirty="0">
              <a:solidFill>
                <a:srgbClr val="FFFFFF"/>
              </a:solidFill>
            </a:endParaRPr>
          </a:p>
        </p:txBody>
      </p:sp>
      <p:sp>
        <p:nvSpPr>
          <p:cNvPr id="36" name="Rectangle 3936">
            <a:extLst>
              <a:ext uri="{FF2B5EF4-FFF2-40B4-BE49-F238E27FC236}">
                <a16:creationId xmlns:a16="http://schemas.microsoft.com/office/drawing/2014/main" id="{93D46B6C-AA88-1D00-C103-2085E4027A25}"/>
              </a:ext>
            </a:extLst>
          </p:cNvPr>
          <p:cNvSpPr>
            <a:spLocks noChangeArrowheads="1"/>
          </p:cNvSpPr>
          <p:nvPr/>
        </p:nvSpPr>
        <p:spPr bwMode="auto">
          <a:xfrm>
            <a:off x="3721379" y="1858782"/>
            <a:ext cx="702000" cy="199279"/>
          </a:xfrm>
          <a:prstGeom prst="rect">
            <a:avLst/>
          </a:prstGeom>
          <a:solidFill>
            <a:schemeClr val="tx1"/>
          </a:solidFill>
          <a:ln w="3175" algn="ctr">
            <a:solidFill>
              <a:sysClr val="windowText" lastClr="000000"/>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FFFFFF"/>
                </a:solidFill>
                <a:ea typeface="LG스마트체2.0 Regular" pitchFamily="50" charset="-127"/>
                <a:cs typeface="Arial" panose="020B0604020202020204" pitchFamily="34" charset="0"/>
              </a:rPr>
              <a:t>S90D</a:t>
            </a:r>
          </a:p>
        </p:txBody>
      </p:sp>
      <p:sp>
        <p:nvSpPr>
          <p:cNvPr id="37" name="Rectangle 3936">
            <a:extLst>
              <a:ext uri="{FF2B5EF4-FFF2-40B4-BE49-F238E27FC236}">
                <a16:creationId xmlns:a16="http://schemas.microsoft.com/office/drawing/2014/main" id="{7B1541B1-0BA3-98B2-75CB-A7914811A3AB}"/>
              </a:ext>
            </a:extLst>
          </p:cNvPr>
          <p:cNvSpPr>
            <a:spLocks noChangeArrowheads="1"/>
          </p:cNvSpPr>
          <p:nvPr/>
        </p:nvSpPr>
        <p:spPr bwMode="auto">
          <a:xfrm>
            <a:off x="3734222" y="5849442"/>
            <a:ext cx="702000" cy="180000"/>
          </a:xfrm>
          <a:prstGeom prst="rect">
            <a:avLst/>
          </a:prstGeom>
          <a:solidFill>
            <a:srgbClr val="FFFFFF"/>
          </a:solidFill>
          <a:ln w="3175" algn="ctr">
            <a:solidFill>
              <a:schemeClr val="tx1">
                <a:lumMod val="50000"/>
                <a:lumOff val="50000"/>
              </a:schemeClr>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000000"/>
                </a:solidFill>
                <a:ea typeface="LG스마트체2.0 Regular" pitchFamily="50" charset="-127"/>
                <a:cs typeface="Arial" panose="020B0604020202020204" pitchFamily="34" charset="0"/>
              </a:rPr>
              <a:t>DU70</a:t>
            </a:r>
          </a:p>
        </p:txBody>
      </p:sp>
      <p:sp>
        <p:nvSpPr>
          <p:cNvPr id="38" name="Rectangle 3936">
            <a:extLst>
              <a:ext uri="{FF2B5EF4-FFF2-40B4-BE49-F238E27FC236}">
                <a16:creationId xmlns:a16="http://schemas.microsoft.com/office/drawing/2014/main" id="{AEE61DF7-E22A-8055-F427-5DD826D4E098}"/>
              </a:ext>
            </a:extLst>
          </p:cNvPr>
          <p:cNvSpPr>
            <a:spLocks noChangeArrowheads="1"/>
          </p:cNvSpPr>
          <p:nvPr/>
        </p:nvSpPr>
        <p:spPr bwMode="auto">
          <a:xfrm>
            <a:off x="2184149" y="5849442"/>
            <a:ext cx="702000" cy="180000"/>
          </a:xfrm>
          <a:prstGeom prst="rect">
            <a:avLst/>
          </a:prstGeom>
          <a:solidFill>
            <a:srgbClr val="FFFFFF"/>
          </a:solidFill>
          <a:ln w="3175" algn="ctr">
            <a:solidFill>
              <a:schemeClr val="tx1">
                <a:lumMod val="50000"/>
                <a:lumOff val="50000"/>
              </a:schemeClr>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000000"/>
                </a:solidFill>
                <a:ea typeface="LG스마트체2.0 Regular" pitchFamily="50" charset="-127"/>
                <a:cs typeface="Arial" panose="020B0604020202020204" pitchFamily="34" charset="0"/>
              </a:rPr>
              <a:t>UT80</a:t>
            </a:r>
          </a:p>
        </p:txBody>
      </p:sp>
      <p:sp>
        <p:nvSpPr>
          <p:cNvPr id="39" name="Rectangle 3936">
            <a:extLst>
              <a:ext uri="{FF2B5EF4-FFF2-40B4-BE49-F238E27FC236}">
                <a16:creationId xmlns:a16="http://schemas.microsoft.com/office/drawing/2014/main" id="{9ED1171F-5262-E202-C8E6-AD499F7B9767}"/>
              </a:ext>
            </a:extLst>
          </p:cNvPr>
          <p:cNvSpPr>
            <a:spLocks noChangeArrowheads="1"/>
          </p:cNvSpPr>
          <p:nvPr/>
        </p:nvSpPr>
        <p:spPr bwMode="auto">
          <a:xfrm>
            <a:off x="3721379" y="2250768"/>
            <a:ext cx="702000" cy="199279"/>
          </a:xfrm>
          <a:prstGeom prst="rect">
            <a:avLst/>
          </a:prstGeom>
          <a:solidFill>
            <a:schemeClr val="tx1"/>
          </a:solidFill>
          <a:ln w="3175" algn="ctr">
            <a:solidFill>
              <a:sysClr val="windowText" lastClr="000000"/>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FFFFFF"/>
                </a:solidFill>
                <a:ea typeface="LG스마트체2.0 Regular" pitchFamily="50" charset="-127"/>
                <a:cs typeface="Arial" panose="020B0604020202020204" pitchFamily="34" charset="0"/>
              </a:rPr>
              <a:t>S85D</a:t>
            </a:r>
          </a:p>
        </p:txBody>
      </p:sp>
      <p:cxnSp>
        <p:nvCxnSpPr>
          <p:cNvPr id="40" name="직선 연결선 39">
            <a:extLst>
              <a:ext uri="{FF2B5EF4-FFF2-40B4-BE49-F238E27FC236}">
                <a16:creationId xmlns:a16="http://schemas.microsoft.com/office/drawing/2014/main" id="{1D170FA1-3006-A00F-D95D-13383D46DD24}"/>
              </a:ext>
            </a:extLst>
          </p:cNvPr>
          <p:cNvCxnSpPr>
            <a:cxnSpLocks/>
          </p:cNvCxnSpPr>
          <p:nvPr/>
        </p:nvCxnSpPr>
        <p:spPr>
          <a:xfrm flipH="1" flipV="1">
            <a:off x="2888918" y="2350407"/>
            <a:ext cx="831114" cy="1"/>
          </a:xfrm>
          <a:prstGeom prst="line">
            <a:avLst/>
          </a:prstGeom>
          <a:noFill/>
          <a:ln w="28575" cap="flat" cmpd="sng" algn="ctr">
            <a:solidFill>
              <a:srgbClr val="000000"/>
            </a:solidFill>
            <a:prstDash val="solid"/>
            <a:headEnd type="triangle"/>
            <a:tailEnd type="none"/>
          </a:ln>
          <a:effectLst/>
        </p:spPr>
      </p:cxnSp>
      <p:sp>
        <p:nvSpPr>
          <p:cNvPr id="41" name="타원 40">
            <a:extLst>
              <a:ext uri="{FF2B5EF4-FFF2-40B4-BE49-F238E27FC236}">
                <a16:creationId xmlns:a16="http://schemas.microsoft.com/office/drawing/2014/main" id="{F8ECEBD9-D4AE-FB7E-750E-F71EE60D0F57}"/>
              </a:ext>
            </a:extLst>
          </p:cNvPr>
          <p:cNvSpPr/>
          <p:nvPr/>
        </p:nvSpPr>
        <p:spPr>
          <a:xfrm>
            <a:off x="3079641" y="2260407"/>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sp>
        <p:nvSpPr>
          <p:cNvPr id="42" name="Rectangle 3936">
            <a:extLst>
              <a:ext uri="{FF2B5EF4-FFF2-40B4-BE49-F238E27FC236}">
                <a16:creationId xmlns:a16="http://schemas.microsoft.com/office/drawing/2014/main" id="{0C91F79F-6A1F-9658-344A-CBDE45F90B47}"/>
              </a:ext>
            </a:extLst>
          </p:cNvPr>
          <p:cNvSpPr>
            <a:spLocks noChangeArrowheads="1"/>
          </p:cNvSpPr>
          <p:nvPr/>
        </p:nvSpPr>
        <p:spPr bwMode="auto">
          <a:xfrm>
            <a:off x="2184149" y="3270965"/>
            <a:ext cx="702000" cy="180000"/>
          </a:xfrm>
          <a:prstGeom prst="rect">
            <a:avLst/>
          </a:prstGeom>
          <a:solidFill>
            <a:srgbClr val="000000">
              <a:lumMod val="50000"/>
              <a:lumOff val="50000"/>
            </a:srgbClr>
          </a:solidFill>
          <a:ln w="3175" algn="ctr">
            <a:solidFill>
              <a:srgbClr val="231F20"/>
            </a:solidFill>
            <a:miter lim="800000"/>
            <a:headEnd/>
            <a:tailEnd/>
          </a:ln>
          <a:effectLst>
            <a:outerShdw blurRad="25400" dist="25400" dir="2700000" algn="tl" rotWithShape="0">
              <a:schemeClr val="bg1">
                <a:lumMod val="50000"/>
                <a:alpha val="49000"/>
              </a:schemeClr>
            </a:outerShdw>
          </a:effectLst>
        </p:spPr>
        <p:txBody>
          <a:bodyPr wrap="none" lIns="26928" tIns="26928" rIns="26928" bIns="26928" anchor="ctr"/>
          <a:lstStyle/>
          <a:p>
            <a:pPr algn="ctr" defTabSz="914290" fontAlgn="base" latinLnBrk="0">
              <a:spcBef>
                <a:spcPct val="0"/>
              </a:spcBef>
              <a:spcAft>
                <a:spcPct val="0"/>
              </a:spcAft>
            </a:pPr>
            <a:r>
              <a:rPr kumimoji="1" lang="en-US" altLang="ko-KR" sz="1200" b="1" kern="0" dirty="0">
                <a:solidFill>
                  <a:srgbClr val="FFFFFF"/>
                </a:solidFill>
                <a:cs typeface="Arial" panose="020B0604020202020204" pitchFamily="34" charset="0"/>
              </a:rPr>
              <a:t>QNED90</a:t>
            </a:r>
          </a:p>
        </p:txBody>
      </p:sp>
      <p:cxnSp>
        <p:nvCxnSpPr>
          <p:cNvPr id="43" name="직선 연결선 42">
            <a:extLst>
              <a:ext uri="{FF2B5EF4-FFF2-40B4-BE49-F238E27FC236}">
                <a16:creationId xmlns:a16="http://schemas.microsoft.com/office/drawing/2014/main" id="{EE4CF7B2-42A2-AD04-72B1-2B448BDEACD8}"/>
              </a:ext>
            </a:extLst>
          </p:cNvPr>
          <p:cNvCxnSpPr>
            <a:cxnSpLocks/>
          </p:cNvCxnSpPr>
          <p:nvPr/>
        </p:nvCxnSpPr>
        <p:spPr>
          <a:xfrm flipH="1">
            <a:off x="2886149" y="3360965"/>
            <a:ext cx="835234" cy="0"/>
          </a:xfrm>
          <a:prstGeom prst="line">
            <a:avLst/>
          </a:prstGeom>
          <a:noFill/>
          <a:ln w="28575" cap="flat" cmpd="sng" algn="ctr">
            <a:solidFill>
              <a:srgbClr val="000000"/>
            </a:solidFill>
            <a:prstDash val="solid"/>
            <a:headEnd type="triangle"/>
            <a:tailEnd type="none"/>
          </a:ln>
          <a:effectLst/>
        </p:spPr>
      </p:cxnSp>
      <p:sp>
        <p:nvSpPr>
          <p:cNvPr id="44" name="타원 43">
            <a:extLst>
              <a:ext uri="{FF2B5EF4-FFF2-40B4-BE49-F238E27FC236}">
                <a16:creationId xmlns:a16="http://schemas.microsoft.com/office/drawing/2014/main" id="{247D218C-FC61-CB55-3E12-808B16EAA97C}"/>
              </a:ext>
            </a:extLst>
          </p:cNvPr>
          <p:cNvSpPr/>
          <p:nvPr/>
        </p:nvSpPr>
        <p:spPr>
          <a:xfrm>
            <a:off x="3088344" y="3270965"/>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a:solidFill>
                  <a:srgbClr val="FFFFFF"/>
                </a:solidFill>
              </a:rPr>
              <a:t>100</a:t>
            </a:r>
            <a:endParaRPr lang="ko-KR" altLang="en-US" sz="1200" b="1" kern="0" dirty="0">
              <a:solidFill>
                <a:srgbClr val="FFFFFF"/>
              </a:solidFill>
            </a:endParaRPr>
          </a:p>
        </p:txBody>
      </p:sp>
      <p:sp>
        <p:nvSpPr>
          <p:cNvPr id="45" name="TextBox 44">
            <a:extLst>
              <a:ext uri="{FF2B5EF4-FFF2-40B4-BE49-F238E27FC236}">
                <a16:creationId xmlns:a16="http://schemas.microsoft.com/office/drawing/2014/main" id="{831497A6-14FB-68A6-5011-EC48FD8156E2}"/>
              </a:ext>
            </a:extLst>
          </p:cNvPr>
          <p:cNvSpPr txBox="1"/>
          <p:nvPr/>
        </p:nvSpPr>
        <p:spPr>
          <a:xfrm>
            <a:off x="2184149" y="3649721"/>
            <a:ext cx="359073" cy="138499"/>
          </a:xfrm>
          <a:prstGeom prst="rect">
            <a:avLst/>
          </a:prstGeom>
          <a:noFill/>
        </p:spPr>
        <p:txBody>
          <a:bodyPr wrap="none" lIns="0" tIns="0" rIns="0" bIns="0" rtlCol="0">
            <a:spAutoFit/>
          </a:bodyPr>
          <a:lstStyle/>
          <a:p>
            <a:r>
              <a:rPr lang="en-US" altLang="ko-KR" sz="900" dirty="0">
                <a:solidFill>
                  <a:srgbClr val="FF0000"/>
                </a:solidFill>
              </a:rPr>
              <a:t>98” Only</a:t>
            </a:r>
            <a:endParaRPr lang="ko-KR" altLang="en-US" sz="900" dirty="0">
              <a:solidFill>
                <a:srgbClr val="FF0000"/>
              </a:solidFill>
            </a:endParaRPr>
          </a:p>
        </p:txBody>
      </p:sp>
      <p:cxnSp>
        <p:nvCxnSpPr>
          <p:cNvPr id="46" name="직선 연결선 45">
            <a:extLst>
              <a:ext uri="{FF2B5EF4-FFF2-40B4-BE49-F238E27FC236}">
                <a16:creationId xmlns:a16="http://schemas.microsoft.com/office/drawing/2014/main" id="{1587B0D5-EA6A-6136-976E-320DBC294CEA}"/>
              </a:ext>
            </a:extLst>
          </p:cNvPr>
          <p:cNvCxnSpPr>
            <a:stCxn id="10" idx="1"/>
            <a:endCxn id="15" idx="3"/>
          </p:cNvCxnSpPr>
          <p:nvPr/>
        </p:nvCxnSpPr>
        <p:spPr>
          <a:xfrm flipH="1">
            <a:off x="2886149" y="3766271"/>
            <a:ext cx="835234" cy="108728"/>
          </a:xfrm>
          <a:prstGeom prst="line">
            <a:avLst/>
          </a:prstGeom>
          <a:noFill/>
          <a:ln w="28575" cap="flat" cmpd="sng" algn="ctr">
            <a:solidFill>
              <a:srgbClr val="000000"/>
            </a:solidFill>
            <a:prstDash val="solid"/>
            <a:headEnd type="triangle"/>
            <a:tailEnd type="none"/>
          </a:ln>
          <a:effectLst/>
        </p:spPr>
      </p:cxnSp>
      <p:sp>
        <p:nvSpPr>
          <p:cNvPr id="47" name="타원 46">
            <a:extLst>
              <a:ext uri="{FF2B5EF4-FFF2-40B4-BE49-F238E27FC236}">
                <a16:creationId xmlns:a16="http://schemas.microsoft.com/office/drawing/2014/main" id="{7FE86D6D-AEBA-4A28-48D8-E256B808BFC0}"/>
              </a:ext>
            </a:extLst>
          </p:cNvPr>
          <p:cNvSpPr/>
          <p:nvPr/>
        </p:nvSpPr>
        <p:spPr>
          <a:xfrm>
            <a:off x="3095252" y="3711575"/>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95</a:t>
            </a:r>
            <a:endParaRPr lang="ko-KR" altLang="en-US" sz="1200" b="1" kern="0" dirty="0">
              <a:solidFill>
                <a:srgbClr val="FFFFFF"/>
              </a:solidFill>
            </a:endParaRPr>
          </a:p>
        </p:txBody>
      </p:sp>
      <p:cxnSp>
        <p:nvCxnSpPr>
          <p:cNvPr id="48" name="직선 연결선 47">
            <a:extLst>
              <a:ext uri="{FF2B5EF4-FFF2-40B4-BE49-F238E27FC236}">
                <a16:creationId xmlns:a16="http://schemas.microsoft.com/office/drawing/2014/main" id="{948EB527-3A48-6492-4537-DB10D32878FC}"/>
              </a:ext>
            </a:extLst>
          </p:cNvPr>
          <p:cNvCxnSpPr>
            <a:cxnSpLocks/>
          </p:cNvCxnSpPr>
          <p:nvPr/>
        </p:nvCxnSpPr>
        <p:spPr>
          <a:xfrm flipH="1" flipV="1">
            <a:off x="2886149" y="5939088"/>
            <a:ext cx="835234" cy="709"/>
          </a:xfrm>
          <a:prstGeom prst="line">
            <a:avLst/>
          </a:prstGeom>
          <a:noFill/>
          <a:ln w="28575" cap="flat" cmpd="sng" algn="ctr">
            <a:solidFill>
              <a:srgbClr val="000000"/>
            </a:solidFill>
            <a:prstDash val="solid"/>
            <a:headEnd type="triangle"/>
            <a:tailEnd type="none"/>
          </a:ln>
          <a:effectLst/>
        </p:spPr>
      </p:cxnSp>
      <p:sp>
        <p:nvSpPr>
          <p:cNvPr id="49" name="타원 48">
            <a:extLst>
              <a:ext uri="{FF2B5EF4-FFF2-40B4-BE49-F238E27FC236}">
                <a16:creationId xmlns:a16="http://schemas.microsoft.com/office/drawing/2014/main" id="{AA8E7F9A-147C-1819-943A-E36A5E78881C}"/>
              </a:ext>
            </a:extLst>
          </p:cNvPr>
          <p:cNvSpPr/>
          <p:nvPr/>
        </p:nvSpPr>
        <p:spPr>
          <a:xfrm>
            <a:off x="3080988" y="6344919"/>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sp>
        <p:nvSpPr>
          <p:cNvPr id="50" name="Rectangle 3936">
            <a:extLst>
              <a:ext uri="{FF2B5EF4-FFF2-40B4-BE49-F238E27FC236}">
                <a16:creationId xmlns:a16="http://schemas.microsoft.com/office/drawing/2014/main" id="{E46DE218-02DB-508E-3AF2-99047404020E}"/>
              </a:ext>
            </a:extLst>
          </p:cNvPr>
          <p:cNvSpPr>
            <a:spLocks noChangeArrowheads="1"/>
          </p:cNvSpPr>
          <p:nvPr/>
        </p:nvSpPr>
        <p:spPr bwMode="auto">
          <a:xfrm>
            <a:off x="3735647" y="6344919"/>
            <a:ext cx="702000" cy="180000"/>
          </a:xfrm>
          <a:prstGeom prst="rect">
            <a:avLst/>
          </a:prstGeom>
          <a:solidFill>
            <a:srgbClr val="FFFFFF"/>
          </a:solidFill>
          <a:ln w="3175" algn="ctr">
            <a:solidFill>
              <a:schemeClr val="tx1">
                <a:lumMod val="50000"/>
                <a:lumOff val="50000"/>
              </a:schemeClr>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000000"/>
                </a:solidFill>
                <a:ea typeface="LG스마트체2.0 Regular" pitchFamily="50" charset="-127"/>
                <a:cs typeface="Arial" panose="020B0604020202020204" pitchFamily="34" charset="0"/>
              </a:rPr>
              <a:t>DU60</a:t>
            </a:r>
          </a:p>
        </p:txBody>
      </p:sp>
      <p:sp>
        <p:nvSpPr>
          <p:cNvPr id="51" name="TextBox 50">
            <a:extLst>
              <a:ext uri="{FF2B5EF4-FFF2-40B4-BE49-F238E27FC236}">
                <a16:creationId xmlns:a16="http://schemas.microsoft.com/office/drawing/2014/main" id="{A7A01543-E919-C755-ADDE-04CC673911B2}"/>
              </a:ext>
            </a:extLst>
          </p:cNvPr>
          <p:cNvSpPr txBox="1"/>
          <p:nvPr/>
        </p:nvSpPr>
        <p:spPr>
          <a:xfrm>
            <a:off x="2239825" y="6550762"/>
            <a:ext cx="1065997" cy="138499"/>
          </a:xfrm>
          <a:prstGeom prst="rect">
            <a:avLst/>
          </a:prstGeom>
          <a:noFill/>
        </p:spPr>
        <p:txBody>
          <a:bodyPr wrap="none" lIns="0" tIns="0" rIns="0" bIns="0" rtlCol="0">
            <a:spAutoFit/>
          </a:bodyPr>
          <a:lstStyle/>
          <a:p>
            <a:r>
              <a:rPr lang="en-US" altLang="ko-KR" sz="900" dirty="0">
                <a:solidFill>
                  <a:srgbClr val="FF0000"/>
                </a:solidFill>
              </a:rPr>
              <a:t>UT73 </a:t>
            </a:r>
            <a:r>
              <a:rPr lang="ko-KR" altLang="en-US" sz="900">
                <a:solidFill>
                  <a:srgbClr val="FF0000"/>
                </a:solidFill>
              </a:rPr>
              <a:t>미라인업 시 </a:t>
            </a:r>
            <a:r>
              <a:rPr lang="en-US" altLang="ko-KR" sz="900" dirty="0">
                <a:solidFill>
                  <a:srgbClr val="FF0000"/>
                </a:solidFill>
              </a:rPr>
              <a:t>UR78</a:t>
            </a:r>
            <a:endParaRPr lang="ko-KR" altLang="en-US" sz="900">
              <a:solidFill>
                <a:srgbClr val="FF0000"/>
              </a:solidFill>
            </a:endParaRPr>
          </a:p>
        </p:txBody>
      </p:sp>
      <p:sp>
        <p:nvSpPr>
          <p:cNvPr id="408" name="TextBox 407"/>
          <p:cNvSpPr txBox="1"/>
          <p:nvPr/>
        </p:nvSpPr>
        <p:spPr>
          <a:xfrm>
            <a:off x="6632236" y="992370"/>
            <a:ext cx="609141" cy="123111"/>
          </a:xfrm>
          <a:prstGeom prst="rect">
            <a:avLst/>
          </a:prstGeom>
          <a:noFill/>
        </p:spPr>
        <p:txBody>
          <a:bodyPr wrap="none" lIns="0" tIns="0" rIns="0" bIns="0" rtlCol="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latinLnBrk="0"/>
            <a:r>
              <a:rPr lang="en-US" altLang="ko-KR" sz="800" dirty="0">
                <a:solidFill>
                  <a:srgbClr val="000000"/>
                </a:solidFill>
                <a:ea typeface="LG스마트체2.0 Regular" pitchFamily="50" charset="-127"/>
              </a:rPr>
              <a:t>* 65” </a:t>
            </a:r>
            <a:r>
              <a:rPr lang="ko-KR" altLang="en-US" sz="800" dirty="0">
                <a:solidFill>
                  <a:srgbClr val="000000"/>
                </a:solidFill>
                <a:ea typeface="LG스마트체2.0 Regular" pitchFamily="50" charset="-127"/>
              </a:rPr>
              <a:t>기준 스펙</a:t>
            </a:r>
            <a:endParaRPr lang="en-US" altLang="ko-KR" sz="800" dirty="0">
              <a:solidFill>
                <a:srgbClr val="000000"/>
              </a:solidFill>
              <a:ea typeface="LG스마트체2.0 Regular" pitchFamily="50" charset="-127"/>
            </a:endParaRPr>
          </a:p>
        </p:txBody>
      </p:sp>
      <p:sp>
        <p:nvSpPr>
          <p:cNvPr id="421" name="TextBox 420"/>
          <p:cNvSpPr txBox="1"/>
          <p:nvPr/>
        </p:nvSpPr>
        <p:spPr>
          <a:xfrm>
            <a:off x="6757573" y="1196621"/>
            <a:ext cx="261290" cy="106311"/>
          </a:xfrm>
          <a:prstGeom prst="rect">
            <a:avLst/>
          </a:prstGeom>
          <a:noFill/>
        </p:spPr>
        <p:txBody>
          <a:bodyPr wrap="none" lIns="0" tIns="0" rIns="0" bIns="0" rtlCol="0" anchor="t">
            <a:spAutoFit/>
          </a:bodyPr>
          <a:lstStyle/>
          <a:p>
            <a:pPr algn="ctr" fontAlgn="base">
              <a:lnSpc>
                <a:spcPts val="800"/>
              </a:lnSpc>
              <a:spcBef>
                <a:spcPts val="600"/>
              </a:spcBef>
              <a:spcAft>
                <a:spcPct val="0"/>
              </a:spcAft>
              <a:tabLst>
                <a:tab pos="85727" algn="l"/>
              </a:tabLst>
            </a:pPr>
            <a:r>
              <a:rPr kumimoji="1" lang="ko-KR" altLang="en-US" sz="900" dirty="0">
                <a:solidFill>
                  <a:srgbClr val="808080"/>
                </a:solidFill>
                <a:cs typeface="Arial" panose="020B0604020202020204" pitchFamily="34" charset="0"/>
              </a:rPr>
              <a:t>휘도</a:t>
            </a:r>
            <a:r>
              <a:rPr kumimoji="1" lang="en-US" altLang="ko-KR" sz="900" baseline="30000" dirty="0">
                <a:solidFill>
                  <a:srgbClr val="808080"/>
                </a:solidFill>
                <a:cs typeface="Arial" panose="020B0604020202020204" pitchFamily="34" charset="0"/>
              </a:rPr>
              <a:t>1)</a:t>
            </a:r>
          </a:p>
        </p:txBody>
      </p:sp>
      <p:sp>
        <p:nvSpPr>
          <p:cNvPr id="434" name="TextBox 433"/>
          <p:cNvSpPr txBox="1"/>
          <p:nvPr/>
        </p:nvSpPr>
        <p:spPr>
          <a:xfrm>
            <a:off x="6516367" y="2294806"/>
            <a:ext cx="865622" cy="138499"/>
          </a:xfrm>
          <a:prstGeom prst="rect">
            <a:avLst/>
          </a:prstGeom>
          <a:noFill/>
        </p:spPr>
        <p:txBody>
          <a:bodyPr wrap="none" lIns="0" tIns="0" rIns="0" bIns="0" rtlCol="0" anchor="ctr" anchorCtr="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fontAlgn="base" latinLnBrk="0">
              <a:spcBef>
                <a:spcPct val="0"/>
              </a:spcBef>
              <a:spcAft>
                <a:spcPct val="0"/>
              </a:spcAft>
            </a:pPr>
            <a:r>
              <a:rPr kumimoji="1" lang="en-US" altLang="ko-KR" dirty="0">
                <a:solidFill>
                  <a:srgbClr val="008000"/>
                </a:solidFill>
                <a:ea typeface="LG스마트체2.0 Regular" pitchFamily="50" charset="-127"/>
              </a:rPr>
              <a:t>900 / 720 / 550 / 135</a:t>
            </a:r>
          </a:p>
        </p:txBody>
      </p:sp>
      <p:sp>
        <p:nvSpPr>
          <p:cNvPr id="435" name="제목 1"/>
          <p:cNvSpPr txBox="1">
            <a:spLocks/>
          </p:cNvSpPr>
          <p:nvPr/>
        </p:nvSpPr>
        <p:spPr>
          <a:xfrm>
            <a:off x="6833477" y="4824954"/>
            <a:ext cx="158698"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300</a:t>
            </a:r>
            <a:endParaRPr kumimoji="1" lang="ko-KR" altLang="en-US" dirty="0">
              <a:solidFill>
                <a:srgbClr val="008000"/>
              </a:solidFill>
            </a:endParaRPr>
          </a:p>
        </p:txBody>
      </p:sp>
      <p:sp>
        <p:nvSpPr>
          <p:cNvPr id="437" name="Text Box 4"/>
          <p:cNvSpPr txBox="1">
            <a:spLocks noChangeArrowheads="1"/>
          </p:cNvSpPr>
          <p:nvPr/>
        </p:nvSpPr>
        <p:spPr bwMode="auto">
          <a:xfrm>
            <a:off x="6715657" y="4443153"/>
            <a:ext cx="394339"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480 / 320</a:t>
            </a:r>
            <a:endParaRPr kumimoji="1" lang="ko-KR" altLang="en-US" dirty="0">
              <a:solidFill>
                <a:srgbClr val="008000"/>
              </a:solidFill>
            </a:endParaRPr>
          </a:p>
        </p:txBody>
      </p:sp>
      <p:sp>
        <p:nvSpPr>
          <p:cNvPr id="438" name="TextBox 437"/>
          <p:cNvSpPr txBox="1"/>
          <p:nvPr/>
        </p:nvSpPr>
        <p:spPr>
          <a:xfrm>
            <a:off x="7583835" y="1196621"/>
            <a:ext cx="205184" cy="105542"/>
          </a:xfrm>
          <a:prstGeom prst="rect">
            <a:avLst/>
          </a:prstGeom>
          <a:noFill/>
        </p:spPr>
        <p:txBody>
          <a:bodyPr wrap="none" lIns="0" tIns="0" rIns="0" bIns="0" rtlCol="0" anchor="t">
            <a:spAutoFit/>
          </a:bodyPr>
          <a:lstStyle/>
          <a:p>
            <a:pPr algn="ctr" fontAlgn="base">
              <a:lnSpc>
                <a:spcPts val="800"/>
              </a:lnSpc>
              <a:spcBef>
                <a:spcPts val="600"/>
              </a:spcBef>
              <a:spcAft>
                <a:spcPct val="0"/>
              </a:spcAft>
              <a:tabLst>
                <a:tab pos="85727" algn="l"/>
              </a:tabLst>
            </a:pPr>
            <a:r>
              <a:rPr kumimoji="1" lang="ko-KR" altLang="en-US" sz="900">
                <a:solidFill>
                  <a:srgbClr val="808080"/>
                </a:solidFill>
                <a:cs typeface="Arial" panose="020B0604020202020204" pitchFamily="34" charset="0"/>
              </a:rPr>
              <a:t>두께</a:t>
            </a:r>
            <a:endParaRPr kumimoji="1" lang="en-US" altLang="ko-KR" sz="900" dirty="0">
              <a:solidFill>
                <a:srgbClr val="808080"/>
              </a:solidFill>
              <a:cs typeface="Arial" panose="020B0604020202020204" pitchFamily="34" charset="0"/>
            </a:endParaRPr>
          </a:p>
        </p:txBody>
      </p:sp>
      <p:sp>
        <p:nvSpPr>
          <p:cNvPr id="439" name="TextBox 438"/>
          <p:cNvSpPr txBox="1"/>
          <p:nvPr/>
        </p:nvSpPr>
        <p:spPr>
          <a:xfrm>
            <a:off x="7601468" y="1304633"/>
            <a:ext cx="169919" cy="102592"/>
          </a:xfrm>
          <a:prstGeom prst="rect">
            <a:avLst/>
          </a:prstGeom>
          <a:noFill/>
        </p:spPr>
        <p:txBody>
          <a:bodyPr wrap="none" lIns="0" tIns="0" rIns="0" bIns="0" rtlCol="0" anchor="t">
            <a:spAutoFit/>
          </a:bodyPr>
          <a:lstStyle/>
          <a:p>
            <a:pPr algn="ctr" fontAlgn="base">
              <a:lnSpc>
                <a:spcPts val="800"/>
              </a:lnSpc>
              <a:spcBef>
                <a:spcPts val="600"/>
              </a:spcBef>
              <a:spcAft>
                <a:spcPct val="0"/>
              </a:spcAft>
              <a:tabLst>
                <a:tab pos="85727" algn="l"/>
              </a:tabLst>
            </a:pPr>
            <a:r>
              <a:rPr kumimoji="1" lang="en-US" altLang="ko-KR" sz="700" dirty="0">
                <a:solidFill>
                  <a:srgbClr val="808080"/>
                </a:solidFill>
                <a:cs typeface="Arial" panose="020B0604020202020204" pitchFamily="34" charset="0"/>
              </a:rPr>
              <a:t>(mm)</a:t>
            </a:r>
          </a:p>
        </p:txBody>
      </p:sp>
      <p:sp>
        <p:nvSpPr>
          <p:cNvPr id="442" name="제목 1"/>
          <p:cNvSpPr txBox="1">
            <a:spLocks/>
          </p:cNvSpPr>
          <p:nvPr/>
        </p:nvSpPr>
        <p:spPr>
          <a:xfrm>
            <a:off x="7622830" y="4824954"/>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67.9</a:t>
            </a:r>
            <a:endParaRPr kumimoji="1" lang="ko-KR" altLang="en-US" dirty="0">
              <a:solidFill>
                <a:srgbClr val="008000"/>
              </a:solidFill>
            </a:endParaRPr>
          </a:p>
        </p:txBody>
      </p:sp>
      <p:sp>
        <p:nvSpPr>
          <p:cNvPr id="443" name="제목 1"/>
          <p:cNvSpPr txBox="1">
            <a:spLocks/>
          </p:cNvSpPr>
          <p:nvPr/>
        </p:nvSpPr>
        <p:spPr>
          <a:xfrm>
            <a:off x="7492185" y="4443153"/>
            <a:ext cx="44563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49.9 / 29.7</a:t>
            </a:r>
            <a:endParaRPr kumimoji="1" lang="ko-KR" altLang="en-US" dirty="0">
              <a:solidFill>
                <a:srgbClr val="008000"/>
              </a:solidFill>
            </a:endParaRPr>
          </a:p>
        </p:txBody>
      </p:sp>
      <p:sp>
        <p:nvSpPr>
          <p:cNvPr id="445" name="TextBox 444"/>
          <p:cNvSpPr txBox="1"/>
          <p:nvPr/>
        </p:nvSpPr>
        <p:spPr>
          <a:xfrm>
            <a:off x="7622830" y="2294806"/>
            <a:ext cx="184346" cy="138499"/>
          </a:xfrm>
          <a:prstGeom prst="rect">
            <a:avLst/>
          </a:prstGeom>
          <a:noFill/>
        </p:spPr>
        <p:txBody>
          <a:bodyPr wrap="none" lIns="0" tIns="0" rIns="0" bIns="0" rtlCol="0" anchor="ctr" anchorCtr="0">
            <a:spAutoFit/>
          </a:bodyPr>
          <a:lstStyle>
            <a:defPPr>
              <a:defRPr lang="ko-KR"/>
            </a:defPPr>
            <a:lvl1pP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45.9</a:t>
            </a:r>
          </a:p>
        </p:txBody>
      </p:sp>
      <p:sp>
        <p:nvSpPr>
          <p:cNvPr id="447" name="TextBox 446"/>
          <p:cNvSpPr txBox="1"/>
          <p:nvPr/>
        </p:nvSpPr>
        <p:spPr>
          <a:xfrm>
            <a:off x="6318247" y="1494701"/>
            <a:ext cx="1101264" cy="138499"/>
          </a:xfrm>
          <a:prstGeom prst="rect">
            <a:avLst/>
          </a:prstGeom>
          <a:noFill/>
        </p:spPr>
        <p:txBody>
          <a:bodyPr wrap="none" lIns="0" tIns="0" rIns="0" bIns="0" rtlCol="0" anchor="ctr" anchorCtr="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fontAlgn="base" latinLnBrk="0">
              <a:spcBef>
                <a:spcPct val="0"/>
              </a:spcBef>
              <a:spcAft>
                <a:spcPct val="0"/>
              </a:spcAft>
            </a:pPr>
            <a:r>
              <a:rPr kumimoji="1" lang="en-US" altLang="ko-KR" dirty="0">
                <a:solidFill>
                  <a:srgbClr val="008000"/>
                </a:solidFill>
                <a:ea typeface="LG스마트체2.0 Regular" pitchFamily="50" charset="-127"/>
              </a:rPr>
              <a:t>2,900 / 2,200 / 1,100 / 330</a:t>
            </a:r>
          </a:p>
        </p:txBody>
      </p:sp>
      <p:sp>
        <p:nvSpPr>
          <p:cNvPr id="448" name="TextBox 447"/>
          <p:cNvSpPr txBox="1"/>
          <p:nvPr/>
        </p:nvSpPr>
        <p:spPr>
          <a:xfrm>
            <a:off x="7622830" y="1494701"/>
            <a:ext cx="184346" cy="138499"/>
          </a:xfrm>
          <a:prstGeom prst="rect">
            <a:avLst/>
          </a:prstGeom>
          <a:noFill/>
        </p:spPr>
        <p:txBody>
          <a:bodyPr wrap="none" lIns="0" tIns="0" rIns="0" bIns="0" rtlCol="0" anchor="ctr" anchorCtr="0">
            <a:spAutoFit/>
          </a:bodyPr>
          <a:lstStyle>
            <a:defPPr>
              <a:defRPr lang="ko-KR"/>
            </a:defPPr>
            <a:lvl1pP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24.3</a:t>
            </a:r>
          </a:p>
        </p:txBody>
      </p:sp>
      <p:sp>
        <p:nvSpPr>
          <p:cNvPr id="449" name="제목 8"/>
          <p:cNvSpPr txBox="1">
            <a:spLocks/>
          </p:cNvSpPr>
          <p:nvPr/>
        </p:nvSpPr>
        <p:spPr>
          <a:xfrm>
            <a:off x="8869840" y="870364"/>
            <a:ext cx="411972" cy="246221"/>
          </a:xfrm>
          <a:prstGeom prst="rect">
            <a:avLst/>
          </a:prstGeom>
        </p:spPr>
        <p:txBody>
          <a:bodyPr wrap="none" lIns="0" tIns="0" rIns="0" bIns="0" anchor="ctr" anchorCtr="0">
            <a:spAutoFit/>
          </a:bodyPr>
          <a:lst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a:lstStyle>
          <a:p>
            <a:pPr eaLnBrk="1" fontAlgn="auto" hangingPunct="1">
              <a:spcBef>
                <a:spcPts val="0"/>
              </a:spcBef>
              <a:spcAft>
                <a:spcPts val="0"/>
              </a:spcAft>
            </a:pPr>
            <a:r>
              <a:rPr lang="en-US" altLang="ko-KR" sz="1600" dirty="0">
                <a:solidFill>
                  <a:prstClr val="black"/>
                </a:solidFill>
                <a:sym typeface="Arial Narrow"/>
              </a:rPr>
              <a:t>’25</a:t>
            </a:r>
            <a:r>
              <a:rPr lang="ko-KR" altLang="en-US" sz="1600" dirty="0">
                <a:solidFill>
                  <a:prstClr val="black"/>
                </a:solidFill>
                <a:sym typeface="Arial Narrow"/>
              </a:rPr>
              <a:t>년</a:t>
            </a:r>
            <a:endParaRPr kumimoji="0" lang="ko-KR" altLang="en-US" sz="1200" b="0" dirty="0">
              <a:solidFill>
                <a:prstClr val="black"/>
              </a:solidFill>
              <a:cs typeface="Arial" pitchFamily="34" charset="0"/>
              <a:sym typeface="Arial Narrow"/>
            </a:endParaRPr>
          </a:p>
        </p:txBody>
      </p:sp>
      <p:cxnSp>
        <p:nvCxnSpPr>
          <p:cNvPr id="450" name="직선 연결선 449"/>
          <p:cNvCxnSpPr>
            <a:cxnSpLocks/>
          </p:cNvCxnSpPr>
          <p:nvPr/>
        </p:nvCxnSpPr>
        <p:spPr>
          <a:xfrm>
            <a:off x="6217281" y="1135614"/>
            <a:ext cx="5652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1" name="Rectangle 3936"/>
          <p:cNvSpPr>
            <a:spLocks noChangeArrowheads="1"/>
          </p:cNvSpPr>
          <p:nvPr/>
        </p:nvSpPr>
        <p:spPr bwMode="auto">
          <a:xfrm>
            <a:off x="7997179" y="2243811"/>
            <a:ext cx="702000" cy="180000"/>
          </a:xfrm>
          <a:prstGeom prst="rect">
            <a:avLst/>
          </a:prstGeom>
          <a:solidFill>
            <a:schemeClr val="tx1"/>
          </a:solidFill>
          <a:ln w="3175" algn="ctr">
            <a:solidFill>
              <a:sysClr val="windowText" lastClr="000000"/>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defRPr/>
            </a:pPr>
            <a:r>
              <a:rPr lang="en-US" altLang="ko-KR" sz="1200" b="1" kern="0" dirty="0">
                <a:solidFill>
                  <a:srgbClr val="FFFFFF"/>
                </a:solidFill>
                <a:ea typeface="LG스마트체2.0 Regular" pitchFamily="50" charset="-127"/>
                <a:cs typeface="Arial" panose="020B0604020202020204" pitchFamily="34" charset="0"/>
              </a:rPr>
              <a:t>B5</a:t>
            </a:r>
          </a:p>
        </p:txBody>
      </p:sp>
      <p:sp>
        <p:nvSpPr>
          <p:cNvPr id="452" name="Rectangle 3936"/>
          <p:cNvSpPr>
            <a:spLocks noChangeArrowheads="1"/>
          </p:cNvSpPr>
          <p:nvPr/>
        </p:nvSpPr>
        <p:spPr bwMode="auto">
          <a:xfrm>
            <a:off x="7997179" y="1464311"/>
            <a:ext cx="702000" cy="199279"/>
          </a:xfrm>
          <a:prstGeom prst="rect">
            <a:avLst/>
          </a:prstGeom>
          <a:solidFill>
            <a:schemeClr val="tx1"/>
          </a:solidFill>
          <a:ln w="3175" algn="ctr">
            <a:solidFill>
              <a:sysClr val="windowText" lastClr="000000"/>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defRPr/>
            </a:pPr>
            <a:r>
              <a:rPr lang="en-US" altLang="ko-KR" sz="1200" b="1" kern="0" dirty="0">
                <a:solidFill>
                  <a:srgbClr val="FFFFFF"/>
                </a:solidFill>
                <a:ea typeface="LG스마트체2.0 Regular" pitchFamily="50" charset="-127"/>
                <a:cs typeface="Arial" panose="020B0604020202020204" pitchFamily="34" charset="0"/>
              </a:rPr>
              <a:t>G5</a:t>
            </a:r>
          </a:p>
        </p:txBody>
      </p:sp>
      <p:sp>
        <p:nvSpPr>
          <p:cNvPr id="453" name="Rectangle 3936"/>
          <p:cNvSpPr>
            <a:spLocks noChangeArrowheads="1"/>
          </p:cNvSpPr>
          <p:nvPr/>
        </p:nvSpPr>
        <p:spPr bwMode="auto">
          <a:xfrm>
            <a:off x="9535616" y="1464311"/>
            <a:ext cx="702000" cy="199279"/>
          </a:xfrm>
          <a:prstGeom prst="rect">
            <a:avLst/>
          </a:prstGeom>
          <a:solidFill>
            <a:schemeClr val="tx1"/>
          </a:solidFill>
          <a:ln w="3175" algn="ctr">
            <a:solidFill>
              <a:sysClr val="windowText" lastClr="000000"/>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FFFFFF"/>
                </a:solidFill>
                <a:ea typeface="LG스마트체2.0 Regular" pitchFamily="50" charset="-127"/>
                <a:cs typeface="Arial" panose="020B0604020202020204" pitchFamily="34" charset="0"/>
              </a:rPr>
              <a:t>S95F</a:t>
            </a:r>
          </a:p>
        </p:txBody>
      </p:sp>
      <p:sp>
        <p:nvSpPr>
          <p:cNvPr id="456" name="Rectangle 3936"/>
          <p:cNvSpPr>
            <a:spLocks noChangeArrowheads="1"/>
          </p:cNvSpPr>
          <p:nvPr/>
        </p:nvSpPr>
        <p:spPr bwMode="auto">
          <a:xfrm>
            <a:off x="9535616" y="3377656"/>
            <a:ext cx="702000" cy="180000"/>
          </a:xfrm>
          <a:prstGeom prst="rect">
            <a:avLst/>
          </a:prstGeom>
          <a:solidFill>
            <a:srgbClr val="000000">
              <a:lumMod val="50000"/>
              <a:lumOff val="50000"/>
            </a:srgbClr>
          </a:solidFill>
          <a:ln w="3175" algn="ctr">
            <a:solidFill>
              <a:srgbClr val="231F20"/>
            </a:solidFill>
            <a:miter lim="800000"/>
            <a:headEnd/>
            <a:tailEnd/>
          </a:ln>
          <a:effectLst>
            <a:outerShdw blurRad="25400" dist="25400" dir="2700000" algn="tl" rotWithShape="0">
              <a:schemeClr val="bg1">
                <a:lumMod val="50000"/>
                <a:alpha val="49000"/>
              </a:schemeClr>
            </a:outerShdw>
          </a:effectLst>
        </p:spPr>
        <p:txBody>
          <a:bodyPr wrap="none" lIns="26928" tIns="26928" rIns="26928" bIns="26928" anchor="ctr"/>
          <a:lstStyle/>
          <a:p>
            <a:pPr algn="ctr" defTabSz="914290" fontAlgn="base" latinLnBrk="0">
              <a:spcBef>
                <a:spcPct val="0"/>
              </a:spcBef>
              <a:spcAft>
                <a:spcPct val="0"/>
              </a:spcAft>
            </a:pPr>
            <a:r>
              <a:rPr kumimoji="1" lang="en-US" altLang="ko-KR" sz="1200" b="1" kern="0" dirty="0">
                <a:solidFill>
                  <a:srgbClr val="FFFFFF"/>
                </a:solidFill>
                <a:cs typeface="Arial" panose="020B0604020202020204" pitchFamily="34" charset="0"/>
              </a:rPr>
              <a:t>QN70F</a:t>
            </a:r>
          </a:p>
        </p:txBody>
      </p:sp>
      <p:sp>
        <p:nvSpPr>
          <p:cNvPr id="457" name="Rectangle 3936"/>
          <p:cNvSpPr>
            <a:spLocks noChangeArrowheads="1"/>
          </p:cNvSpPr>
          <p:nvPr/>
        </p:nvSpPr>
        <p:spPr bwMode="auto">
          <a:xfrm>
            <a:off x="9535616" y="3683528"/>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Q8F</a:t>
            </a:r>
            <a:r>
              <a:rPr lang="en-US" altLang="ko-KR" sz="1000" b="1" kern="0" dirty="0">
                <a:solidFill>
                  <a:prstClr val="black"/>
                </a:solidFill>
                <a:cs typeface="Arial" panose="020B0604020202020204" pitchFamily="34" charset="0"/>
              </a:rPr>
              <a:t>(120Hz)</a:t>
            </a:r>
            <a:endParaRPr lang="en-US" altLang="ko-KR" sz="1200" b="1" kern="0" dirty="0">
              <a:solidFill>
                <a:prstClr val="black"/>
              </a:solidFill>
              <a:cs typeface="Arial" panose="020B0604020202020204" pitchFamily="34" charset="0"/>
            </a:endParaRPr>
          </a:p>
        </p:txBody>
      </p:sp>
      <p:sp>
        <p:nvSpPr>
          <p:cNvPr id="466" name="Rectangle 3936"/>
          <p:cNvSpPr>
            <a:spLocks noChangeArrowheads="1"/>
          </p:cNvSpPr>
          <p:nvPr/>
        </p:nvSpPr>
        <p:spPr bwMode="auto">
          <a:xfrm>
            <a:off x="7997179" y="3399314"/>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QNED85</a:t>
            </a:r>
          </a:p>
        </p:txBody>
      </p:sp>
      <p:sp>
        <p:nvSpPr>
          <p:cNvPr id="468" name="Rectangle 3936"/>
          <p:cNvSpPr>
            <a:spLocks noChangeArrowheads="1"/>
          </p:cNvSpPr>
          <p:nvPr/>
        </p:nvSpPr>
        <p:spPr bwMode="auto">
          <a:xfrm>
            <a:off x="7997179" y="4804203"/>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QNED70</a:t>
            </a:r>
          </a:p>
        </p:txBody>
      </p:sp>
      <p:sp>
        <p:nvSpPr>
          <p:cNvPr id="470" name="Rectangle 3936"/>
          <p:cNvSpPr>
            <a:spLocks noChangeArrowheads="1"/>
          </p:cNvSpPr>
          <p:nvPr/>
        </p:nvSpPr>
        <p:spPr bwMode="auto">
          <a:xfrm>
            <a:off x="7998386" y="5440109"/>
            <a:ext cx="702000" cy="180000"/>
          </a:xfrm>
          <a:prstGeom prst="rect">
            <a:avLst/>
          </a:prstGeom>
          <a:solidFill>
            <a:srgbClr val="FFFFFF"/>
          </a:solidFill>
          <a:ln w="3175" algn="ctr">
            <a:solidFill>
              <a:schemeClr val="tx1">
                <a:lumMod val="50000"/>
                <a:lumOff val="50000"/>
              </a:schemeClr>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000000"/>
                </a:solidFill>
                <a:ea typeface="LG스마트체2.0 Regular" pitchFamily="50" charset="-127"/>
                <a:cs typeface="Arial" panose="020B0604020202020204" pitchFamily="34" charset="0"/>
              </a:rPr>
              <a:t>NANO80</a:t>
            </a:r>
          </a:p>
        </p:txBody>
      </p:sp>
      <p:sp>
        <p:nvSpPr>
          <p:cNvPr id="476" name="Rectangle 3936"/>
          <p:cNvSpPr>
            <a:spLocks noChangeArrowheads="1"/>
          </p:cNvSpPr>
          <p:nvPr/>
        </p:nvSpPr>
        <p:spPr bwMode="auto">
          <a:xfrm>
            <a:off x="7997179" y="1859950"/>
            <a:ext cx="702000" cy="180000"/>
          </a:xfrm>
          <a:prstGeom prst="rect">
            <a:avLst/>
          </a:prstGeom>
          <a:solidFill>
            <a:schemeClr val="tx1"/>
          </a:solidFill>
          <a:ln w="3175" algn="ctr">
            <a:solidFill>
              <a:sysClr val="windowText" lastClr="000000"/>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defRPr/>
            </a:pPr>
            <a:r>
              <a:rPr lang="en-US" altLang="ko-KR" sz="1200" b="1" kern="0" dirty="0">
                <a:solidFill>
                  <a:srgbClr val="FFFFFF"/>
                </a:solidFill>
                <a:ea typeface="LG스마트체2.0 Regular" pitchFamily="50" charset="-127"/>
                <a:cs typeface="Arial" panose="020B0604020202020204" pitchFamily="34" charset="0"/>
              </a:rPr>
              <a:t>C5</a:t>
            </a:r>
          </a:p>
        </p:txBody>
      </p:sp>
      <p:cxnSp>
        <p:nvCxnSpPr>
          <p:cNvPr id="477" name="직선 연결선 476"/>
          <p:cNvCxnSpPr/>
          <p:nvPr/>
        </p:nvCxnSpPr>
        <p:spPr>
          <a:xfrm flipH="1" flipV="1">
            <a:off x="8700386" y="1563596"/>
            <a:ext cx="835234" cy="709"/>
          </a:xfrm>
          <a:prstGeom prst="line">
            <a:avLst/>
          </a:prstGeom>
          <a:noFill/>
          <a:ln w="28575" cap="flat" cmpd="sng" algn="ctr">
            <a:solidFill>
              <a:srgbClr val="000000"/>
            </a:solidFill>
            <a:prstDash val="solid"/>
            <a:headEnd type="triangle"/>
            <a:tailEnd type="none"/>
          </a:ln>
          <a:effectLst/>
        </p:spPr>
      </p:cxnSp>
      <p:sp>
        <p:nvSpPr>
          <p:cNvPr id="478" name="타원 477"/>
          <p:cNvSpPr/>
          <p:nvPr/>
        </p:nvSpPr>
        <p:spPr>
          <a:xfrm>
            <a:off x="8892890" y="1473950"/>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cxnSp>
        <p:nvCxnSpPr>
          <p:cNvPr id="479" name="직선 연결선 478"/>
          <p:cNvCxnSpPr/>
          <p:nvPr/>
        </p:nvCxnSpPr>
        <p:spPr>
          <a:xfrm flipH="1" flipV="1">
            <a:off x="8704502" y="1949950"/>
            <a:ext cx="831114" cy="1"/>
          </a:xfrm>
          <a:prstGeom prst="line">
            <a:avLst/>
          </a:prstGeom>
          <a:noFill/>
          <a:ln w="28575" cap="flat" cmpd="sng" algn="ctr">
            <a:solidFill>
              <a:srgbClr val="000000"/>
            </a:solidFill>
            <a:prstDash val="solid"/>
            <a:headEnd type="triangle"/>
            <a:tailEnd type="none"/>
          </a:ln>
          <a:effectLst/>
        </p:spPr>
      </p:cxnSp>
      <p:sp>
        <p:nvSpPr>
          <p:cNvPr id="480" name="타원 479"/>
          <p:cNvSpPr/>
          <p:nvPr/>
        </p:nvSpPr>
        <p:spPr>
          <a:xfrm>
            <a:off x="8892890" y="1859950"/>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cxnSp>
        <p:nvCxnSpPr>
          <p:cNvPr id="483" name="직선 연결선 482"/>
          <p:cNvCxnSpPr>
            <a:cxnSpLocks/>
          </p:cNvCxnSpPr>
          <p:nvPr/>
        </p:nvCxnSpPr>
        <p:spPr>
          <a:xfrm flipH="1">
            <a:off x="8700386" y="3489314"/>
            <a:ext cx="835234" cy="0"/>
          </a:xfrm>
          <a:prstGeom prst="line">
            <a:avLst/>
          </a:prstGeom>
          <a:noFill/>
          <a:ln w="28575" cap="flat" cmpd="sng" algn="ctr">
            <a:solidFill>
              <a:srgbClr val="000000"/>
            </a:solidFill>
            <a:prstDash val="solid"/>
            <a:headEnd type="triangle"/>
            <a:tailEnd type="none"/>
          </a:ln>
          <a:effectLst/>
        </p:spPr>
      </p:cxnSp>
      <p:sp>
        <p:nvSpPr>
          <p:cNvPr id="484" name="타원 483"/>
          <p:cNvSpPr/>
          <p:nvPr/>
        </p:nvSpPr>
        <p:spPr>
          <a:xfrm>
            <a:off x="8892890" y="3399314"/>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95</a:t>
            </a:r>
            <a:endParaRPr lang="ko-KR" altLang="en-US" sz="1200" b="1" kern="0" dirty="0">
              <a:solidFill>
                <a:srgbClr val="FFFFFF"/>
              </a:solidFill>
            </a:endParaRPr>
          </a:p>
        </p:txBody>
      </p:sp>
      <p:cxnSp>
        <p:nvCxnSpPr>
          <p:cNvPr id="488" name="직선 연결선 487"/>
          <p:cNvCxnSpPr>
            <a:cxnSpLocks/>
          </p:cNvCxnSpPr>
          <p:nvPr/>
        </p:nvCxnSpPr>
        <p:spPr>
          <a:xfrm flipH="1">
            <a:off x="8700386" y="6235087"/>
            <a:ext cx="848073" cy="0"/>
          </a:xfrm>
          <a:prstGeom prst="line">
            <a:avLst/>
          </a:prstGeom>
          <a:noFill/>
          <a:ln w="28575" cap="flat" cmpd="sng" algn="ctr">
            <a:solidFill>
              <a:srgbClr val="000000"/>
            </a:solidFill>
            <a:prstDash val="solid"/>
            <a:headEnd type="triangle"/>
            <a:tailEnd type="none"/>
          </a:ln>
          <a:effectLst/>
        </p:spPr>
      </p:cxnSp>
      <p:sp>
        <p:nvSpPr>
          <p:cNvPr id="489" name="타원 488"/>
          <p:cNvSpPr/>
          <p:nvPr/>
        </p:nvSpPr>
        <p:spPr>
          <a:xfrm>
            <a:off x="8892890" y="6145087"/>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sp>
        <p:nvSpPr>
          <p:cNvPr id="493" name="Rectangle 3936"/>
          <p:cNvSpPr>
            <a:spLocks noChangeArrowheads="1"/>
          </p:cNvSpPr>
          <p:nvPr/>
        </p:nvSpPr>
        <p:spPr bwMode="auto">
          <a:xfrm>
            <a:off x="9535616" y="1850311"/>
            <a:ext cx="702000" cy="199279"/>
          </a:xfrm>
          <a:prstGeom prst="rect">
            <a:avLst/>
          </a:prstGeom>
          <a:solidFill>
            <a:schemeClr val="tx1"/>
          </a:solidFill>
          <a:ln w="3175" algn="ctr">
            <a:solidFill>
              <a:sysClr val="windowText" lastClr="000000"/>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FFFFFF"/>
                </a:solidFill>
                <a:ea typeface="LG스마트체2.0 Regular" pitchFamily="50" charset="-127"/>
                <a:cs typeface="Arial" panose="020B0604020202020204" pitchFamily="34" charset="0"/>
              </a:rPr>
              <a:t>S90F</a:t>
            </a:r>
          </a:p>
        </p:txBody>
      </p:sp>
      <p:sp>
        <p:nvSpPr>
          <p:cNvPr id="494" name="Rectangle 3936"/>
          <p:cNvSpPr>
            <a:spLocks noChangeArrowheads="1"/>
          </p:cNvSpPr>
          <p:nvPr/>
        </p:nvSpPr>
        <p:spPr bwMode="auto">
          <a:xfrm>
            <a:off x="9548459" y="6145087"/>
            <a:ext cx="702000" cy="180000"/>
          </a:xfrm>
          <a:prstGeom prst="rect">
            <a:avLst/>
          </a:prstGeom>
          <a:solidFill>
            <a:srgbClr val="FFFFFF"/>
          </a:solidFill>
          <a:ln w="3175" algn="ctr">
            <a:solidFill>
              <a:schemeClr val="tx1">
                <a:lumMod val="50000"/>
                <a:lumOff val="50000"/>
              </a:schemeClr>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000000"/>
                </a:solidFill>
                <a:ea typeface="LG스마트체2.0 Regular" pitchFamily="50" charset="-127"/>
                <a:cs typeface="Arial" panose="020B0604020202020204" pitchFamily="34" charset="0"/>
              </a:rPr>
              <a:t>U80</a:t>
            </a:r>
          </a:p>
        </p:txBody>
      </p:sp>
      <p:sp>
        <p:nvSpPr>
          <p:cNvPr id="495" name="TextBox 494"/>
          <p:cNvSpPr txBox="1"/>
          <p:nvPr/>
        </p:nvSpPr>
        <p:spPr>
          <a:xfrm>
            <a:off x="10527874" y="1017537"/>
            <a:ext cx="609141" cy="123111"/>
          </a:xfrm>
          <a:prstGeom prst="rect">
            <a:avLst/>
          </a:prstGeom>
          <a:noFill/>
        </p:spPr>
        <p:txBody>
          <a:bodyPr wrap="none" lIns="0" tIns="0" rIns="0" bIns="0" rtlCol="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latinLnBrk="0"/>
            <a:r>
              <a:rPr lang="en-US" altLang="ko-KR" sz="800" dirty="0">
                <a:solidFill>
                  <a:srgbClr val="000000"/>
                </a:solidFill>
                <a:ea typeface="LG스마트체2.0 Regular" pitchFamily="50" charset="-127"/>
              </a:rPr>
              <a:t>* 65” </a:t>
            </a:r>
            <a:r>
              <a:rPr lang="ko-KR" altLang="en-US" sz="800" dirty="0">
                <a:solidFill>
                  <a:srgbClr val="000000"/>
                </a:solidFill>
                <a:ea typeface="LG스마트체2.0 Regular" pitchFamily="50" charset="-127"/>
              </a:rPr>
              <a:t>기준 스펙</a:t>
            </a:r>
            <a:endParaRPr lang="en-US" altLang="ko-KR" sz="800" dirty="0">
              <a:solidFill>
                <a:srgbClr val="000000"/>
              </a:solidFill>
              <a:ea typeface="LG스마트체2.0 Regular" pitchFamily="50" charset="-127"/>
            </a:endParaRPr>
          </a:p>
        </p:txBody>
      </p:sp>
      <p:sp>
        <p:nvSpPr>
          <p:cNvPr id="496" name="TextBox 495"/>
          <p:cNvSpPr txBox="1"/>
          <p:nvPr/>
        </p:nvSpPr>
        <p:spPr>
          <a:xfrm>
            <a:off x="10446795" y="1196621"/>
            <a:ext cx="261290" cy="106311"/>
          </a:xfrm>
          <a:prstGeom prst="rect">
            <a:avLst/>
          </a:prstGeom>
          <a:noFill/>
        </p:spPr>
        <p:txBody>
          <a:bodyPr wrap="none" lIns="0" tIns="0" rIns="0" bIns="0" rtlCol="0" anchor="t">
            <a:spAutoFit/>
          </a:bodyPr>
          <a:lstStyle/>
          <a:p>
            <a:pPr algn="ctr" fontAlgn="base">
              <a:lnSpc>
                <a:spcPts val="800"/>
              </a:lnSpc>
              <a:spcBef>
                <a:spcPts val="600"/>
              </a:spcBef>
              <a:spcAft>
                <a:spcPct val="0"/>
              </a:spcAft>
              <a:tabLst>
                <a:tab pos="85727" algn="l"/>
              </a:tabLst>
            </a:pPr>
            <a:r>
              <a:rPr kumimoji="1" lang="ko-KR" altLang="en-US" sz="900" dirty="0">
                <a:solidFill>
                  <a:srgbClr val="808080"/>
                </a:solidFill>
                <a:cs typeface="Arial" panose="020B0604020202020204" pitchFamily="34" charset="0"/>
              </a:rPr>
              <a:t>휘도</a:t>
            </a:r>
            <a:r>
              <a:rPr kumimoji="1" lang="en-US" altLang="ko-KR" sz="900" baseline="30000" dirty="0">
                <a:solidFill>
                  <a:srgbClr val="808080"/>
                </a:solidFill>
                <a:cs typeface="Arial" panose="020B0604020202020204" pitchFamily="34" charset="0"/>
              </a:rPr>
              <a:t>1)</a:t>
            </a:r>
          </a:p>
        </p:txBody>
      </p:sp>
      <p:sp>
        <p:nvSpPr>
          <p:cNvPr id="507" name="제목 1"/>
          <p:cNvSpPr txBox="1">
            <a:spLocks/>
          </p:cNvSpPr>
          <p:nvPr/>
        </p:nvSpPr>
        <p:spPr>
          <a:xfrm>
            <a:off x="10688591" y="4824954"/>
            <a:ext cx="158698"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lang="en-US" altLang="ko-KR" kern="0" dirty="0">
                <a:solidFill>
                  <a:srgbClr val="006600"/>
                </a:solidFill>
                <a:latin typeface="Arial Narrow"/>
              </a:rPr>
              <a:t>300</a:t>
            </a:r>
          </a:p>
        </p:txBody>
      </p:sp>
      <p:sp>
        <p:nvSpPr>
          <p:cNvPr id="511" name="Text Box 4"/>
          <p:cNvSpPr txBox="1">
            <a:spLocks noChangeArrowheads="1"/>
          </p:cNvSpPr>
          <p:nvPr/>
        </p:nvSpPr>
        <p:spPr bwMode="auto">
          <a:xfrm>
            <a:off x="10688591" y="6165838"/>
            <a:ext cx="158698"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300</a:t>
            </a:r>
          </a:p>
        </p:txBody>
      </p:sp>
      <p:sp>
        <p:nvSpPr>
          <p:cNvPr id="512" name="Text Box 4"/>
          <p:cNvSpPr txBox="1">
            <a:spLocks noChangeArrowheads="1"/>
          </p:cNvSpPr>
          <p:nvPr/>
        </p:nvSpPr>
        <p:spPr bwMode="auto">
          <a:xfrm>
            <a:off x="10688591" y="3704279"/>
            <a:ext cx="158698"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400</a:t>
            </a:r>
          </a:p>
        </p:txBody>
      </p:sp>
      <p:sp>
        <p:nvSpPr>
          <p:cNvPr id="514" name="TextBox 513"/>
          <p:cNvSpPr txBox="1"/>
          <p:nvPr/>
        </p:nvSpPr>
        <p:spPr>
          <a:xfrm>
            <a:off x="11453299" y="1196621"/>
            <a:ext cx="205184" cy="105542"/>
          </a:xfrm>
          <a:prstGeom prst="rect">
            <a:avLst/>
          </a:prstGeom>
          <a:noFill/>
        </p:spPr>
        <p:txBody>
          <a:bodyPr wrap="none" lIns="0" tIns="0" rIns="0" bIns="0" rtlCol="0" anchor="t">
            <a:spAutoFit/>
          </a:bodyPr>
          <a:lstStyle/>
          <a:p>
            <a:pPr algn="ctr" fontAlgn="base">
              <a:lnSpc>
                <a:spcPts val="800"/>
              </a:lnSpc>
              <a:spcBef>
                <a:spcPts val="600"/>
              </a:spcBef>
              <a:spcAft>
                <a:spcPct val="0"/>
              </a:spcAft>
              <a:tabLst>
                <a:tab pos="85727" algn="l"/>
              </a:tabLst>
            </a:pPr>
            <a:r>
              <a:rPr kumimoji="1" lang="ko-KR" altLang="en-US" sz="900">
                <a:solidFill>
                  <a:srgbClr val="808080"/>
                </a:solidFill>
                <a:cs typeface="Arial" panose="020B0604020202020204" pitchFamily="34" charset="0"/>
              </a:rPr>
              <a:t>두께</a:t>
            </a:r>
            <a:endParaRPr kumimoji="1" lang="en-US" altLang="ko-KR" sz="900" dirty="0">
              <a:solidFill>
                <a:srgbClr val="808080"/>
              </a:solidFill>
              <a:cs typeface="Arial" panose="020B0604020202020204" pitchFamily="34" charset="0"/>
            </a:endParaRPr>
          </a:p>
        </p:txBody>
      </p:sp>
      <p:sp>
        <p:nvSpPr>
          <p:cNvPr id="515" name="TextBox 514"/>
          <p:cNvSpPr txBox="1"/>
          <p:nvPr/>
        </p:nvSpPr>
        <p:spPr>
          <a:xfrm>
            <a:off x="11470932" y="1304633"/>
            <a:ext cx="169919" cy="102592"/>
          </a:xfrm>
          <a:prstGeom prst="rect">
            <a:avLst/>
          </a:prstGeom>
          <a:noFill/>
        </p:spPr>
        <p:txBody>
          <a:bodyPr wrap="none" lIns="0" tIns="0" rIns="0" bIns="0" rtlCol="0" anchor="t">
            <a:spAutoFit/>
          </a:bodyPr>
          <a:lstStyle/>
          <a:p>
            <a:pPr algn="ctr" fontAlgn="base">
              <a:lnSpc>
                <a:spcPts val="800"/>
              </a:lnSpc>
              <a:spcBef>
                <a:spcPts val="600"/>
              </a:spcBef>
              <a:spcAft>
                <a:spcPct val="0"/>
              </a:spcAft>
              <a:tabLst>
                <a:tab pos="85727" algn="l"/>
              </a:tabLst>
            </a:pPr>
            <a:r>
              <a:rPr kumimoji="1" lang="en-US" altLang="ko-KR" sz="700" dirty="0">
                <a:solidFill>
                  <a:srgbClr val="808080"/>
                </a:solidFill>
                <a:cs typeface="Arial" panose="020B0604020202020204" pitchFamily="34" charset="0"/>
              </a:rPr>
              <a:t>(mm)</a:t>
            </a:r>
          </a:p>
        </p:txBody>
      </p:sp>
      <p:sp>
        <p:nvSpPr>
          <p:cNvPr id="521" name="제목 1"/>
          <p:cNvSpPr txBox="1">
            <a:spLocks/>
          </p:cNvSpPr>
          <p:nvPr/>
        </p:nvSpPr>
        <p:spPr>
          <a:xfrm>
            <a:off x="11463718" y="6165838"/>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76.8</a:t>
            </a:r>
            <a:endParaRPr kumimoji="1" lang="ko-KR" altLang="en-US" dirty="0">
              <a:solidFill>
                <a:srgbClr val="008000"/>
              </a:solidFill>
            </a:endParaRPr>
          </a:p>
        </p:txBody>
      </p:sp>
      <p:sp>
        <p:nvSpPr>
          <p:cNvPr id="522" name="제목 1"/>
          <p:cNvSpPr txBox="1">
            <a:spLocks/>
          </p:cNvSpPr>
          <p:nvPr/>
        </p:nvSpPr>
        <p:spPr>
          <a:xfrm>
            <a:off x="11463718" y="4824954"/>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60.6</a:t>
            </a:r>
            <a:endParaRPr kumimoji="1" lang="ko-KR" altLang="en-US" dirty="0">
              <a:solidFill>
                <a:srgbClr val="008000"/>
              </a:solidFill>
            </a:endParaRPr>
          </a:p>
        </p:txBody>
      </p:sp>
      <p:sp>
        <p:nvSpPr>
          <p:cNvPr id="524" name="제목 1"/>
          <p:cNvSpPr txBox="1">
            <a:spLocks/>
          </p:cNvSpPr>
          <p:nvPr/>
        </p:nvSpPr>
        <p:spPr>
          <a:xfrm>
            <a:off x="11463718" y="3704279"/>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25.7</a:t>
            </a:r>
            <a:endParaRPr kumimoji="1" lang="ko-KR" altLang="en-US" dirty="0">
              <a:solidFill>
                <a:srgbClr val="008000"/>
              </a:solidFill>
            </a:endParaRPr>
          </a:p>
        </p:txBody>
      </p:sp>
      <p:sp>
        <p:nvSpPr>
          <p:cNvPr id="529" name="TextBox 528"/>
          <p:cNvSpPr txBox="1"/>
          <p:nvPr/>
        </p:nvSpPr>
        <p:spPr>
          <a:xfrm>
            <a:off x="10310962" y="1499017"/>
            <a:ext cx="1049966" cy="138499"/>
          </a:xfrm>
          <a:prstGeom prst="rect">
            <a:avLst/>
          </a:prstGeom>
          <a:noFill/>
        </p:spPr>
        <p:txBody>
          <a:bodyPr wrap="none" lIns="0" tIns="0" rIns="0" bIns="0" rtlCol="0" anchor="ctr" anchorCtr="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algn="ctr" fontAlgn="base" latinLnBrk="0">
              <a:spcBef>
                <a:spcPct val="0"/>
              </a:spcBef>
              <a:spcAft>
                <a:spcPct val="0"/>
              </a:spcAft>
            </a:pPr>
            <a:r>
              <a:rPr kumimoji="1" lang="en-US" altLang="ko-KR" dirty="0">
                <a:solidFill>
                  <a:srgbClr val="008000"/>
                </a:solidFill>
                <a:ea typeface="LG스마트체2.0 Regular" pitchFamily="50" charset="-127"/>
              </a:rPr>
              <a:t>4,000 / 2500 / 1200 / 400</a:t>
            </a:r>
          </a:p>
        </p:txBody>
      </p:sp>
      <p:sp>
        <p:nvSpPr>
          <p:cNvPr id="530" name="TextBox 529"/>
          <p:cNvSpPr txBox="1"/>
          <p:nvPr/>
        </p:nvSpPr>
        <p:spPr>
          <a:xfrm>
            <a:off x="11502993" y="1494765"/>
            <a:ext cx="105798" cy="138499"/>
          </a:xfrm>
          <a:prstGeom prst="rect">
            <a:avLst/>
          </a:prstGeom>
          <a:noFill/>
        </p:spPr>
        <p:txBody>
          <a:bodyPr wrap="none" lIns="0" tIns="0" rIns="0" bIns="0" rtlCol="0" anchor="ctr" anchorCtr="0">
            <a:spAutoFit/>
          </a:bodyPr>
          <a:lstStyle>
            <a:defPPr>
              <a:defRPr lang="ko-KR"/>
            </a:defPPr>
            <a:lvl1pP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algn="ctr" fontAlgn="base">
              <a:lnSpc>
                <a:spcPct val="100000"/>
              </a:lnSpc>
              <a:spcBef>
                <a:spcPct val="0"/>
              </a:spcBef>
              <a:spcAft>
                <a:spcPct val="0"/>
              </a:spcAft>
            </a:pPr>
            <a:r>
              <a:rPr kumimoji="1" lang="en-US" altLang="ko-KR" dirty="0">
                <a:solidFill>
                  <a:srgbClr val="008000"/>
                </a:solidFill>
              </a:rPr>
              <a:t>11</a:t>
            </a:r>
          </a:p>
        </p:txBody>
      </p:sp>
      <p:sp>
        <p:nvSpPr>
          <p:cNvPr id="531" name="TextBox 530"/>
          <p:cNvSpPr txBox="1"/>
          <p:nvPr/>
        </p:nvSpPr>
        <p:spPr>
          <a:xfrm>
            <a:off x="11461314" y="1880701"/>
            <a:ext cx="184346" cy="138499"/>
          </a:xfrm>
          <a:prstGeom prst="rect">
            <a:avLst/>
          </a:prstGeom>
          <a:noFill/>
        </p:spPr>
        <p:txBody>
          <a:bodyPr wrap="none" lIns="0" tIns="0" rIns="0" bIns="0" rtlCol="0" anchor="ctr" anchorCtr="0">
            <a:spAutoFit/>
          </a:bodyPr>
          <a:lstStyle>
            <a:defPPr>
              <a:defRPr lang="ko-KR"/>
            </a:defPPr>
            <a:lvl1pP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39.9</a:t>
            </a:r>
          </a:p>
        </p:txBody>
      </p:sp>
      <p:sp>
        <p:nvSpPr>
          <p:cNvPr id="532" name="TextBox 531"/>
          <p:cNvSpPr txBox="1"/>
          <p:nvPr/>
        </p:nvSpPr>
        <p:spPr>
          <a:xfrm>
            <a:off x="6386827" y="1880595"/>
            <a:ext cx="1022716" cy="138499"/>
          </a:xfrm>
          <a:prstGeom prst="rect">
            <a:avLst/>
          </a:prstGeom>
          <a:noFill/>
        </p:spPr>
        <p:txBody>
          <a:bodyPr wrap="none" lIns="0" tIns="0" rIns="0" bIns="0" rtlCol="0" anchor="ctr" anchorCtr="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fontAlgn="base" latinLnBrk="0">
              <a:spcBef>
                <a:spcPct val="0"/>
              </a:spcBef>
              <a:spcAft>
                <a:spcPct val="0"/>
              </a:spcAft>
            </a:pPr>
            <a:r>
              <a:rPr kumimoji="1" lang="en-US" altLang="ko-KR" dirty="0">
                <a:solidFill>
                  <a:srgbClr val="008000"/>
                </a:solidFill>
                <a:ea typeface="LG스마트체2.0 Regular" pitchFamily="50" charset="-127"/>
              </a:rPr>
              <a:t>1,350 / 1,080 / 700 / 180</a:t>
            </a:r>
          </a:p>
        </p:txBody>
      </p:sp>
      <p:sp>
        <p:nvSpPr>
          <p:cNvPr id="533" name="TextBox 532"/>
          <p:cNvSpPr txBox="1"/>
          <p:nvPr/>
        </p:nvSpPr>
        <p:spPr>
          <a:xfrm>
            <a:off x="7622830" y="1880595"/>
            <a:ext cx="184346" cy="138499"/>
          </a:xfrm>
          <a:prstGeom prst="rect">
            <a:avLst/>
          </a:prstGeom>
          <a:noFill/>
        </p:spPr>
        <p:txBody>
          <a:bodyPr wrap="none" lIns="0" tIns="0" rIns="0" bIns="0" rtlCol="0" anchor="ctr" anchorCtr="0">
            <a:spAutoFit/>
          </a:bodyPr>
          <a:lstStyle>
            <a:defPPr>
              <a:defRPr lang="ko-KR"/>
            </a:defPPr>
            <a:lvl1pP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45.7</a:t>
            </a:r>
          </a:p>
        </p:txBody>
      </p:sp>
      <p:sp>
        <p:nvSpPr>
          <p:cNvPr id="536" name="제목 1"/>
          <p:cNvSpPr txBox="1">
            <a:spLocks/>
          </p:cNvSpPr>
          <p:nvPr/>
        </p:nvSpPr>
        <p:spPr>
          <a:xfrm>
            <a:off x="6833477" y="5460860"/>
            <a:ext cx="158698"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300</a:t>
            </a:r>
            <a:endParaRPr kumimoji="1" lang="ko-KR" altLang="en-US" dirty="0">
              <a:solidFill>
                <a:srgbClr val="008000"/>
              </a:solidFill>
            </a:endParaRPr>
          </a:p>
        </p:txBody>
      </p:sp>
      <p:sp>
        <p:nvSpPr>
          <p:cNvPr id="537" name="제목 1"/>
          <p:cNvSpPr txBox="1">
            <a:spLocks/>
          </p:cNvSpPr>
          <p:nvPr/>
        </p:nvSpPr>
        <p:spPr>
          <a:xfrm>
            <a:off x="7622830" y="5460860"/>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59.9</a:t>
            </a:r>
            <a:endParaRPr kumimoji="1" lang="ko-KR" altLang="en-US" dirty="0">
              <a:solidFill>
                <a:srgbClr val="008000"/>
              </a:solidFill>
            </a:endParaRPr>
          </a:p>
        </p:txBody>
      </p:sp>
      <p:sp>
        <p:nvSpPr>
          <p:cNvPr id="540" name="TextBox 539"/>
          <p:cNvSpPr txBox="1"/>
          <p:nvPr/>
        </p:nvSpPr>
        <p:spPr>
          <a:xfrm>
            <a:off x="10321144" y="1900900"/>
            <a:ext cx="1022716" cy="138499"/>
          </a:xfrm>
          <a:prstGeom prst="rect">
            <a:avLst/>
          </a:prstGeom>
          <a:noFill/>
        </p:spPr>
        <p:txBody>
          <a:bodyPr wrap="none" lIns="0" tIns="0" rIns="0" bIns="0" rtlCol="0" anchor="ctr" anchorCtr="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algn="ctr" fontAlgn="base" latinLnBrk="0">
              <a:spcBef>
                <a:spcPct val="0"/>
              </a:spcBef>
              <a:spcAft>
                <a:spcPct val="0"/>
              </a:spcAft>
            </a:pPr>
            <a:r>
              <a:rPr kumimoji="1" lang="en-US" altLang="ko-KR" dirty="0">
                <a:solidFill>
                  <a:srgbClr val="008000"/>
                </a:solidFill>
                <a:ea typeface="LG스마트체2.0 Regular" pitchFamily="50" charset="-127"/>
              </a:rPr>
              <a:t>2,000 / 1,300 / 650 / 250</a:t>
            </a:r>
          </a:p>
        </p:txBody>
      </p:sp>
      <p:sp>
        <p:nvSpPr>
          <p:cNvPr id="544" name="Text Box 4">
            <a:extLst>
              <a:ext uri="{FF2B5EF4-FFF2-40B4-BE49-F238E27FC236}">
                <a16:creationId xmlns:a16="http://schemas.microsoft.com/office/drawing/2014/main" id="{04209F76-0135-4859-9CC4-C3BFF36A8B62}"/>
              </a:ext>
            </a:extLst>
          </p:cNvPr>
          <p:cNvSpPr txBox="1">
            <a:spLocks noChangeArrowheads="1"/>
          </p:cNvSpPr>
          <p:nvPr/>
        </p:nvSpPr>
        <p:spPr bwMode="auto">
          <a:xfrm>
            <a:off x="6833477" y="5815781"/>
            <a:ext cx="158698"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300</a:t>
            </a:r>
          </a:p>
        </p:txBody>
      </p:sp>
      <p:sp>
        <p:nvSpPr>
          <p:cNvPr id="545" name="제목 1">
            <a:extLst>
              <a:ext uri="{FF2B5EF4-FFF2-40B4-BE49-F238E27FC236}">
                <a16:creationId xmlns:a16="http://schemas.microsoft.com/office/drawing/2014/main" id="{C66794A2-3053-4F3C-8F04-CBD8F3D2B42A}"/>
              </a:ext>
            </a:extLst>
          </p:cNvPr>
          <p:cNvSpPr txBox="1">
            <a:spLocks/>
          </p:cNvSpPr>
          <p:nvPr/>
        </p:nvSpPr>
        <p:spPr>
          <a:xfrm>
            <a:off x="7622830" y="5815781"/>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67.9</a:t>
            </a:r>
            <a:endParaRPr kumimoji="1" lang="ko-KR" altLang="en-US" dirty="0">
              <a:solidFill>
                <a:srgbClr val="008000"/>
              </a:solidFill>
            </a:endParaRPr>
          </a:p>
        </p:txBody>
      </p:sp>
      <p:sp>
        <p:nvSpPr>
          <p:cNvPr id="546" name="Rectangle 3936">
            <a:extLst>
              <a:ext uri="{FF2B5EF4-FFF2-40B4-BE49-F238E27FC236}">
                <a16:creationId xmlns:a16="http://schemas.microsoft.com/office/drawing/2014/main" id="{1764F482-6707-4C53-8065-244D4BE45B71}"/>
              </a:ext>
            </a:extLst>
          </p:cNvPr>
          <p:cNvSpPr>
            <a:spLocks noChangeArrowheads="1"/>
          </p:cNvSpPr>
          <p:nvPr/>
        </p:nvSpPr>
        <p:spPr bwMode="auto">
          <a:xfrm>
            <a:off x="7998386" y="6145087"/>
            <a:ext cx="702000" cy="180000"/>
          </a:xfrm>
          <a:prstGeom prst="rect">
            <a:avLst/>
          </a:prstGeom>
          <a:solidFill>
            <a:srgbClr val="FFFFFF"/>
          </a:solidFill>
          <a:ln w="3175" algn="ctr">
            <a:solidFill>
              <a:schemeClr val="tx1">
                <a:lumMod val="50000"/>
                <a:lumOff val="50000"/>
              </a:schemeClr>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000000"/>
                </a:solidFill>
                <a:ea typeface="LG스마트체2.0 Regular" pitchFamily="50" charset="-127"/>
                <a:cs typeface="Arial" panose="020B0604020202020204" pitchFamily="34" charset="0"/>
              </a:rPr>
              <a:t>UA73</a:t>
            </a:r>
          </a:p>
        </p:txBody>
      </p:sp>
      <p:sp>
        <p:nvSpPr>
          <p:cNvPr id="549" name="Rectangle 3936"/>
          <p:cNvSpPr>
            <a:spLocks noChangeArrowheads="1"/>
          </p:cNvSpPr>
          <p:nvPr/>
        </p:nvSpPr>
        <p:spPr bwMode="auto">
          <a:xfrm>
            <a:off x="9535616" y="2247592"/>
            <a:ext cx="702000" cy="199279"/>
          </a:xfrm>
          <a:prstGeom prst="rect">
            <a:avLst/>
          </a:prstGeom>
          <a:solidFill>
            <a:schemeClr val="tx1"/>
          </a:solidFill>
          <a:ln w="3175" algn="ctr">
            <a:solidFill>
              <a:sysClr val="windowText" lastClr="000000"/>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FFFFFF"/>
                </a:solidFill>
                <a:ea typeface="LG스마트체2.0 Regular" pitchFamily="50" charset="-127"/>
                <a:cs typeface="Arial" panose="020B0604020202020204" pitchFamily="34" charset="0"/>
              </a:rPr>
              <a:t>S85F</a:t>
            </a:r>
          </a:p>
        </p:txBody>
      </p:sp>
      <p:cxnSp>
        <p:nvCxnSpPr>
          <p:cNvPr id="550" name="직선 연결선 549"/>
          <p:cNvCxnSpPr/>
          <p:nvPr/>
        </p:nvCxnSpPr>
        <p:spPr>
          <a:xfrm flipH="1" flipV="1">
            <a:off x="8703155" y="2344620"/>
            <a:ext cx="831114" cy="1"/>
          </a:xfrm>
          <a:prstGeom prst="line">
            <a:avLst/>
          </a:prstGeom>
          <a:noFill/>
          <a:ln w="28575" cap="flat" cmpd="sng" algn="ctr">
            <a:solidFill>
              <a:srgbClr val="000000"/>
            </a:solidFill>
            <a:prstDash val="solid"/>
            <a:headEnd type="triangle"/>
            <a:tailEnd type="none"/>
          </a:ln>
          <a:effectLst/>
        </p:spPr>
      </p:cxnSp>
      <p:sp>
        <p:nvSpPr>
          <p:cNvPr id="551" name="타원 550"/>
          <p:cNvSpPr/>
          <p:nvPr/>
        </p:nvSpPr>
        <p:spPr>
          <a:xfrm>
            <a:off x="8892890" y="2254620"/>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sp>
        <p:nvSpPr>
          <p:cNvPr id="219" name="TextBox 218"/>
          <p:cNvSpPr txBox="1"/>
          <p:nvPr/>
        </p:nvSpPr>
        <p:spPr>
          <a:xfrm>
            <a:off x="10513063" y="2279217"/>
            <a:ext cx="509755" cy="138499"/>
          </a:xfrm>
          <a:prstGeom prst="rect">
            <a:avLst/>
          </a:prstGeom>
          <a:noFill/>
        </p:spPr>
        <p:txBody>
          <a:bodyPr wrap="none" lIns="0" tIns="0" rIns="0" bIns="0" rtlCol="0" anchor="ctr" anchorCtr="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algn="ctr" fontAlgn="base" latinLnBrk="0">
              <a:spcBef>
                <a:spcPct val="0"/>
              </a:spcBef>
              <a:spcAft>
                <a:spcPct val="0"/>
              </a:spcAft>
            </a:pPr>
            <a:r>
              <a:rPr kumimoji="1" lang="en-US" altLang="ko-KR" dirty="0">
                <a:solidFill>
                  <a:srgbClr val="008000"/>
                </a:solidFill>
                <a:ea typeface="LG스마트체2.0 Regular" pitchFamily="50" charset="-127"/>
              </a:rPr>
              <a:t>500↑ / 150↑</a:t>
            </a:r>
          </a:p>
        </p:txBody>
      </p:sp>
      <p:sp>
        <p:nvSpPr>
          <p:cNvPr id="220" name="TextBox 219"/>
          <p:cNvSpPr txBox="1"/>
          <p:nvPr/>
        </p:nvSpPr>
        <p:spPr>
          <a:xfrm>
            <a:off x="11463718" y="2279153"/>
            <a:ext cx="184346" cy="138499"/>
          </a:xfrm>
          <a:prstGeom prst="rect">
            <a:avLst/>
          </a:prstGeom>
          <a:noFill/>
        </p:spPr>
        <p:txBody>
          <a:bodyPr wrap="none" lIns="0" tIns="0" rIns="0" bIns="0" rtlCol="0" anchor="ctr" anchorCtr="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algn="ctr" fontAlgn="base">
              <a:spcBef>
                <a:spcPct val="0"/>
              </a:spcBef>
              <a:spcAft>
                <a:spcPct val="0"/>
              </a:spcAft>
            </a:pPr>
            <a:r>
              <a:rPr kumimoji="1" lang="en-US" altLang="ko-KR" dirty="0">
                <a:solidFill>
                  <a:srgbClr val="008000"/>
                </a:solidFill>
              </a:rPr>
              <a:t>33.9</a:t>
            </a:r>
          </a:p>
        </p:txBody>
      </p:sp>
      <p:sp>
        <p:nvSpPr>
          <p:cNvPr id="136" name="Rectangle 3936">
            <a:extLst>
              <a:ext uri="{FF2B5EF4-FFF2-40B4-BE49-F238E27FC236}">
                <a16:creationId xmlns:a16="http://schemas.microsoft.com/office/drawing/2014/main" id="{1FAAF112-223D-E0B9-DB14-6515BD3E54C9}"/>
              </a:ext>
            </a:extLst>
          </p:cNvPr>
          <p:cNvSpPr>
            <a:spLocks noChangeArrowheads="1"/>
          </p:cNvSpPr>
          <p:nvPr/>
        </p:nvSpPr>
        <p:spPr bwMode="auto">
          <a:xfrm>
            <a:off x="9535616" y="3015814"/>
            <a:ext cx="702000" cy="180000"/>
          </a:xfrm>
          <a:prstGeom prst="rect">
            <a:avLst/>
          </a:prstGeom>
          <a:solidFill>
            <a:srgbClr val="000000">
              <a:lumMod val="50000"/>
              <a:lumOff val="50000"/>
            </a:srgbClr>
          </a:solidFill>
          <a:ln w="3175" algn="ctr">
            <a:solidFill>
              <a:srgbClr val="231F20"/>
            </a:solidFill>
            <a:miter lim="800000"/>
            <a:headEnd/>
            <a:tailEnd/>
          </a:ln>
          <a:effectLst>
            <a:outerShdw blurRad="25400" dist="25400" dir="2700000" algn="tl" rotWithShape="0">
              <a:schemeClr val="bg1">
                <a:lumMod val="50000"/>
                <a:alpha val="49000"/>
              </a:schemeClr>
            </a:outerShdw>
          </a:effectLst>
        </p:spPr>
        <p:txBody>
          <a:bodyPr wrap="none" lIns="26928" tIns="26928" rIns="26928" bIns="26928" anchor="ctr"/>
          <a:lstStyle/>
          <a:p>
            <a:pPr algn="ctr" defTabSz="914290" fontAlgn="base" latinLnBrk="0">
              <a:spcBef>
                <a:spcPct val="0"/>
              </a:spcBef>
              <a:spcAft>
                <a:spcPct val="0"/>
              </a:spcAft>
            </a:pPr>
            <a:r>
              <a:rPr kumimoji="1" lang="en-US" altLang="ko-KR" sz="1200" b="1" kern="0" dirty="0">
                <a:solidFill>
                  <a:srgbClr val="FFFFFF"/>
                </a:solidFill>
                <a:cs typeface="Arial" panose="020B0604020202020204" pitchFamily="34" charset="0"/>
              </a:rPr>
              <a:t>QN80F</a:t>
            </a:r>
          </a:p>
        </p:txBody>
      </p:sp>
      <p:sp>
        <p:nvSpPr>
          <p:cNvPr id="137" name="Text Box 4">
            <a:extLst>
              <a:ext uri="{FF2B5EF4-FFF2-40B4-BE49-F238E27FC236}">
                <a16:creationId xmlns:a16="http://schemas.microsoft.com/office/drawing/2014/main" id="{09E99FB1-9E65-1ABA-47A2-1590A57BE612}"/>
              </a:ext>
            </a:extLst>
          </p:cNvPr>
          <p:cNvSpPr txBox="1">
            <a:spLocks noChangeArrowheads="1"/>
          </p:cNvSpPr>
          <p:nvPr/>
        </p:nvSpPr>
        <p:spPr bwMode="auto">
          <a:xfrm>
            <a:off x="10570770" y="3036565"/>
            <a:ext cx="394340"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870 / 530</a:t>
            </a:r>
          </a:p>
        </p:txBody>
      </p:sp>
      <p:sp>
        <p:nvSpPr>
          <p:cNvPr id="141" name="제목 1">
            <a:extLst>
              <a:ext uri="{FF2B5EF4-FFF2-40B4-BE49-F238E27FC236}">
                <a16:creationId xmlns:a16="http://schemas.microsoft.com/office/drawing/2014/main" id="{97AFE50F-B0D4-9788-CD6E-6C30D39614CB}"/>
              </a:ext>
            </a:extLst>
          </p:cNvPr>
          <p:cNvSpPr txBox="1">
            <a:spLocks/>
          </p:cNvSpPr>
          <p:nvPr/>
        </p:nvSpPr>
        <p:spPr>
          <a:xfrm>
            <a:off x="11463718" y="3036565"/>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46.6</a:t>
            </a:r>
            <a:endParaRPr kumimoji="1" lang="ko-KR" altLang="en-US" dirty="0">
              <a:solidFill>
                <a:srgbClr val="008000"/>
              </a:solidFill>
            </a:endParaRPr>
          </a:p>
        </p:txBody>
      </p:sp>
      <p:sp>
        <p:nvSpPr>
          <p:cNvPr id="142" name="Rectangle 3936">
            <a:extLst>
              <a:ext uri="{FF2B5EF4-FFF2-40B4-BE49-F238E27FC236}">
                <a16:creationId xmlns:a16="http://schemas.microsoft.com/office/drawing/2014/main" id="{B94FF0D5-3899-4400-3218-9C8C2F564E3B}"/>
              </a:ext>
            </a:extLst>
          </p:cNvPr>
          <p:cNvSpPr>
            <a:spLocks noChangeArrowheads="1"/>
          </p:cNvSpPr>
          <p:nvPr/>
        </p:nvSpPr>
        <p:spPr bwMode="auto">
          <a:xfrm>
            <a:off x="7997179" y="3015814"/>
            <a:ext cx="702000" cy="180000"/>
          </a:xfrm>
          <a:prstGeom prst="rect">
            <a:avLst/>
          </a:prstGeom>
          <a:solidFill>
            <a:srgbClr val="000000">
              <a:lumMod val="50000"/>
              <a:lumOff val="50000"/>
            </a:srgbClr>
          </a:solidFill>
          <a:ln w="3175" algn="ctr">
            <a:solidFill>
              <a:srgbClr val="231F20"/>
            </a:solidFill>
            <a:miter lim="800000"/>
            <a:headEnd/>
            <a:tailEnd/>
          </a:ln>
          <a:effectLst>
            <a:outerShdw blurRad="25400" dist="25400" dir="2700000" algn="tl" rotWithShape="0">
              <a:schemeClr val="bg1">
                <a:lumMod val="50000"/>
                <a:alpha val="49000"/>
              </a:schemeClr>
            </a:outerShdw>
          </a:effectLst>
        </p:spPr>
        <p:txBody>
          <a:bodyPr wrap="none" lIns="26928" tIns="26928" rIns="26928" bIns="26928" anchor="ctr"/>
          <a:lstStyle/>
          <a:p>
            <a:pPr algn="ctr" defTabSz="914290" fontAlgn="base" latinLnBrk="0">
              <a:spcBef>
                <a:spcPct val="0"/>
              </a:spcBef>
              <a:spcAft>
                <a:spcPct val="0"/>
              </a:spcAft>
            </a:pPr>
            <a:r>
              <a:rPr kumimoji="1" lang="en-US" altLang="ko-KR" sz="1200" b="1" kern="0" dirty="0">
                <a:solidFill>
                  <a:srgbClr val="FFFFFF"/>
                </a:solidFill>
                <a:cs typeface="Arial" panose="020B0604020202020204" pitchFamily="34" charset="0"/>
              </a:rPr>
              <a:t>QNED91</a:t>
            </a:r>
          </a:p>
        </p:txBody>
      </p:sp>
      <p:sp>
        <p:nvSpPr>
          <p:cNvPr id="145" name="Text Box 4">
            <a:extLst>
              <a:ext uri="{FF2B5EF4-FFF2-40B4-BE49-F238E27FC236}">
                <a16:creationId xmlns:a16="http://schemas.microsoft.com/office/drawing/2014/main" id="{DFA88F5A-F9D8-71F2-D9CF-19F07A40D529}"/>
              </a:ext>
            </a:extLst>
          </p:cNvPr>
          <p:cNvSpPr txBox="1">
            <a:spLocks noChangeArrowheads="1"/>
          </p:cNvSpPr>
          <p:nvPr/>
        </p:nvSpPr>
        <p:spPr bwMode="auto">
          <a:xfrm>
            <a:off x="6716830" y="3036565"/>
            <a:ext cx="394339"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800 / 500</a:t>
            </a:r>
            <a:endParaRPr kumimoji="1" lang="en-US" altLang="ko-KR" baseline="30000" dirty="0">
              <a:solidFill>
                <a:srgbClr val="008000"/>
              </a:solidFill>
            </a:endParaRPr>
          </a:p>
        </p:txBody>
      </p:sp>
      <p:sp>
        <p:nvSpPr>
          <p:cNvPr id="147" name="제목 1">
            <a:extLst>
              <a:ext uri="{FF2B5EF4-FFF2-40B4-BE49-F238E27FC236}">
                <a16:creationId xmlns:a16="http://schemas.microsoft.com/office/drawing/2014/main" id="{3ECD2CF9-AF63-9131-553B-7122EB4ECC82}"/>
              </a:ext>
            </a:extLst>
          </p:cNvPr>
          <p:cNvSpPr txBox="1">
            <a:spLocks/>
          </p:cNvSpPr>
          <p:nvPr/>
        </p:nvSpPr>
        <p:spPr>
          <a:xfrm>
            <a:off x="7622830" y="3036565"/>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58.5</a:t>
            </a:r>
            <a:endParaRPr kumimoji="1" lang="ko-KR" altLang="en-US" dirty="0">
              <a:solidFill>
                <a:srgbClr val="008000"/>
              </a:solidFill>
            </a:endParaRPr>
          </a:p>
        </p:txBody>
      </p:sp>
      <p:sp>
        <p:nvSpPr>
          <p:cNvPr id="152" name="Rectangle 3936">
            <a:extLst>
              <a:ext uri="{FF2B5EF4-FFF2-40B4-BE49-F238E27FC236}">
                <a16:creationId xmlns:a16="http://schemas.microsoft.com/office/drawing/2014/main" id="{D9F79680-0294-F4D3-730B-80E2EA93086E}"/>
              </a:ext>
            </a:extLst>
          </p:cNvPr>
          <p:cNvSpPr>
            <a:spLocks noChangeArrowheads="1"/>
          </p:cNvSpPr>
          <p:nvPr/>
        </p:nvSpPr>
        <p:spPr bwMode="auto">
          <a:xfrm>
            <a:off x="9535616" y="4804203"/>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Q7F</a:t>
            </a:r>
          </a:p>
        </p:txBody>
      </p:sp>
      <p:cxnSp>
        <p:nvCxnSpPr>
          <p:cNvPr id="158" name="직선 연결선 157">
            <a:extLst>
              <a:ext uri="{FF2B5EF4-FFF2-40B4-BE49-F238E27FC236}">
                <a16:creationId xmlns:a16="http://schemas.microsoft.com/office/drawing/2014/main" id="{806533CD-70D1-033B-792B-457D929EFB6B}"/>
              </a:ext>
            </a:extLst>
          </p:cNvPr>
          <p:cNvCxnSpPr>
            <a:cxnSpLocks/>
          </p:cNvCxnSpPr>
          <p:nvPr/>
        </p:nvCxnSpPr>
        <p:spPr>
          <a:xfrm flipH="1" flipV="1">
            <a:off x="8699936" y="4893849"/>
            <a:ext cx="835234" cy="709"/>
          </a:xfrm>
          <a:prstGeom prst="line">
            <a:avLst/>
          </a:prstGeom>
          <a:noFill/>
          <a:ln w="28575" cap="flat" cmpd="sng" algn="ctr">
            <a:solidFill>
              <a:srgbClr val="000000"/>
            </a:solidFill>
            <a:prstDash val="solid"/>
            <a:headEnd type="triangle"/>
            <a:tailEnd type="none"/>
          </a:ln>
          <a:effectLst/>
        </p:spPr>
      </p:cxnSp>
      <p:sp>
        <p:nvSpPr>
          <p:cNvPr id="159" name="타원 158">
            <a:extLst>
              <a:ext uri="{FF2B5EF4-FFF2-40B4-BE49-F238E27FC236}">
                <a16:creationId xmlns:a16="http://schemas.microsoft.com/office/drawing/2014/main" id="{43163463-8509-D3DF-604A-A90C2D195BBE}"/>
              </a:ext>
            </a:extLst>
          </p:cNvPr>
          <p:cNvSpPr/>
          <p:nvPr/>
        </p:nvSpPr>
        <p:spPr>
          <a:xfrm>
            <a:off x="8892890" y="4804203"/>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r>
              <a:rPr lang="en-US" altLang="ko-KR" sz="1200" b="1" kern="0" dirty="0">
                <a:solidFill>
                  <a:srgbClr val="FFFFFF"/>
                </a:solidFill>
              </a:rPr>
              <a:t>100</a:t>
            </a:r>
            <a:endParaRPr lang="ko-KR" altLang="en-US" sz="1200" b="1" kern="0" dirty="0">
              <a:solidFill>
                <a:srgbClr val="FFFFFF"/>
              </a:solidFill>
            </a:endParaRPr>
          </a:p>
        </p:txBody>
      </p:sp>
      <p:sp>
        <p:nvSpPr>
          <p:cNvPr id="162" name="Rectangle 3936">
            <a:extLst>
              <a:ext uri="{FF2B5EF4-FFF2-40B4-BE49-F238E27FC236}">
                <a16:creationId xmlns:a16="http://schemas.microsoft.com/office/drawing/2014/main" id="{F564E634-78CF-BABA-E0C0-2CC5F1D5F64A}"/>
              </a:ext>
            </a:extLst>
          </p:cNvPr>
          <p:cNvSpPr>
            <a:spLocks noChangeArrowheads="1"/>
          </p:cNvSpPr>
          <p:nvPr/>
        </p:nvSpPr>
        <p:spPr bwMode="auto">
          <a:xfrm>
            <a:off x="7997179" y="4422402"/>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QNED82/80</a:t>
            </a:r>
          </a:p>
        </p:txBody>
      </p:sp>
      <p:sp>
        <p:nvSpPr>
          <p:cNvPr id="168" name="Text Box 4">
            <a:extLst>
              <a:ext uri="{FF2B5EF4-FFF2-40B4-BE49-F238E27FC236}">
                <a16:creationId xmlns:a16="http://schemas.microsoft.com/office/drawing/2014/main" id="{331203DD-1524-4775-A9F4-0EC980035C0F}"/>
              </a:ext>
            </a:extLst>
          </p:cNvPr>
          <p:cNvSpPr txBox="1">
            <a:spLocks noChangeArrowheads="1"/>
          </p:cNvSpPr>
          <p:nvPr/>
        </p:nvSpPr>
        <p:spPr bwMode="auto">
          <a:xfrm>
            <a:off x="6715657" y="3420065"/>
            <a:ext cx="394339"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800 / 500</a:t>
            </a:r>
            <a:endParaRPr kumimoji="1" lang="en-US" altLang="ko-KR" baseline="30000" dirty="0">
              <a:solidFill>
                <a:srgbClr val="008000"/>
              </a:solidFill>
            </a:endParaRPr>
          </a:p>
        </p:txBody>
      </p:sp>
      <p:sp>
        <p:nvSpPr>
          <p:cNvPr id="169" name="제목 1">
            <a:extLst>
              <a:ext uri="{FF2B5EF4-FFF2-40B4-BE49-F238E27FC236}">
                <a16:creationId xmlns:a16="http://schemas.microsoft.com/office/drawing/2014/main" id="{3551E24D-5DCE-881B-6C91-480727C6CE75}"/>
              </a:ext>
            </a:extLst>
          </p:cNvPr>
          <p:cNvSpPr txBox="1">
            <a:spLocks/>
          </p:cNvSpPr>
          <p:nvPr/>
        </p:nvSpPr>
        <p:spPr>
          <a:xfrm>
            <a:off x="7622830" y="3420065"/>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29.7</a:t>
            </a:r>
            <a:endParaRPr kumimoji="1" lang="ko-KR" altLang="en-US" dirty="0">
              <a:solidFill>
                <a:srgbClr val="008000"/>
              </a:solidFill>
            </a:endParaRPr>
          </a:p>
        </p:txBody>
      </p:sp>
      <p:sp>
        <p:nvSpPr>
          <p:cNvPr id="178" name="Text Box 4">
            <a:extLst>
              <a:ext uri="{FF2B5EF4-FFF2-40B4-BE49-F238E27FC236}">
                <a16:creationId xmlns:a16="http://schemas.microsoft.com/office/drawing/2014/main" id="{66C83D85-CC37-3A01-4510-22050227CDEE}"/>
              </a:ext>
            </a:extLst>
          </p:cNvPr>
          <p:cNvSpPr txBox="1">
            <a:spLocks noChangeArrowheads="1"/>
          </p:cNvSpPr>
          <p:nvPr/>
        </p:nvSpPr>
        <p:spPr bwMode="auto">
          <a:xfrm>
            <a:off x="10570770" y="3398407"/>
            <a:ext cx="394340"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800 / 600</a:t>
            </a:r>
          </a:p>
        </p:txBody>
      </p:sp>
      <p:sp>
        <p:nvSpPr>
          <p:cNvPr id="180" name="제목 1">
            <a:extLst>
              <a:ext uri="{FF2B5EF4-FFF2-40B4-BE49-F238E27FC236}">
                <a16:creationId xmlns:a16="http://schemas.microsoft.com/office/drawing/2014/main" id="{8D3D1A6C-5E02-D29C-90F9-940D60BB391F}"/>
              </a:ext>
            </a:extLst>
          </p:cNvPr>
          <p:cNvSpPr txBox="1">
            <a:spLocks/>
          </p:cNvSpPr>
          <p:nvPr/>
        </p:nvSpPr>
        <p:spPr>
          <a:xfrm>
            <a:off x="11463718" y="3398407"/>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25.7</a:t>
            </a:r>
            <a:endParaRPr kumimoji="1" lang="ko-KR" altLang="en-US" dirty="0">
              <a:solidFill>
                <a:srgbClr val="008000"/>
              </a:solidFill>
            </a:endParaRPr>
          </a:p>
        </p:txBody>
      </p:sp>
      <p:sp>
        <p:nvSpPr>
          <p:cNvPr id="586" name="직사각형 128">
            <a:extLst>
              <a:ext uri="{FF2B5EF4-FFF2-40B4-BE49-F238E27FC236}">
                <a16:creationId xmlns:a16="http://schemas.microsoft.com/office/drawing/2014/main" id="{AF11A379-D9AF-E472-15E3-3F87C70DC154}"/>
              </a:ext>
            </a:extLst>
          </p:cNvPr>
          <p:cNvSpPr>
            <a:spLocks noChangeArrowheads="1"/>
          </p:cNvSpPr>
          <p:nvPr>
            <p:custDataLst>
              <p:tags r:id="rId2"/>
            </p:custDataLst>
          </p:nvPr>
        </p:nvSpPr>
        <p:spPr bwMode="auto">
          <a:xfrm>
            <a:off x="238654" y="1388866"/>
            <a:ext cx="453078" cy="1105879"/>
          </a:xfrm>
          <a:prstGeom prst="rect">
            <a:avLst/>
          </a:prstGeom>
          <a:solidFill>
            <a:srgbClr val="FFFFFF"/>
          </a:solidFill>
          <a:ln w="6350">
            <a:solidFill>
              <a:srgbClr val="FFFFFF">
                <a:lumMod val="65000"/>
              </a:srgbClr>
            </a:solidFill>
            <a:miter lim="800000"/>
            <a:headEnd/>
            <a:tailEnd/>
          </a:ln>
        </p:spPr>
        <p:txBody>
          <a:bodyPr wrap="none" anchor="ctr"/>
          <a:lstStyle/>
          <a:p>
            <a:pPr algn="ctr" latinLnBrk="0">
              <a:defRPr/>
            </a:pPr>
            <a:r>
              <a:rPr lang="en-US" altLang="ko-KR" sz="1200" b="1" kern="0" dirty="0">
                <a:solidFill>
                  <a:prstClr val="black"/>
                </a:solidFill>
                <a:cs typeface="Arial" panose="020B0604020202020204" pitchFamily="34" charset="0"/>
              </a:rPr>
              <a:t>OLED</a:t>
            </a:r>
          </a:p>
        </p:txBody>
      </p:sp>
      <p:sp>
        <p:nvSpPr>
          <p:cNvPr id="587" name="직사각형 128">
            <a:extLst>
              <a:ext uri="{FF2B5EF4-FFF2-40B4-BE49-F238E27FC236}">
                <a16:creationId xmlns:a16="http://schemas.microsoft.com/office/drawing/2014/main" id="{0D444BC6-3401-CA5A-CB2A-1B97F31F2B64}"/>
              </a:ext>
            </a:extLst>
          </p:cNvPr>
          <p:cNvSpPr>
            <a:spLocks noChangeArrowheads="1"/>
          </p:cNvSpPr>
          <p:nvPr>
            <p:custDataLst>
              <p:tags r:id="rId3"/>
            </p:custDataLst>
          </p:nvPr>
        </p:nvSpPr>
        <p:spPr bwMode="auto">
          <a:xfrm>
            <a:off x="242994" y="2637669"/>
            <a:ext cx="453078" cy="2384633"/>
          </a:xfrm>
          <a:prstGeom prst="rect">
            <a:avLst/>
          </a:prstGeom>
          <a:solidFill>
            <a:srgbClr val="FFFFFF"/>
          </a:solidFill>
          <a:ln w="6350">
            <a:solidFill>
              <a:srgbClr val="FFFFFF">
                <a:lumMod val="65000"/>
              </a:srgbClr>
            </a:solidFill>
            <a:miter lim="800000"/>
            <a:headEnd/>
            <a:tailEnd/>
          </a:ln>
        </p:spPr>
        <p:txBody>
          <a:bodyPr wrap="none" anchor="ctr"/>
          <a:lstStyle/>
          <a:p>
            <a:pPr algn="ctr" latinLnBrk="0">
              <a:defRPr/>
            </a:pPr>
            <a:r>
              <a:rPr lang="en-US" altLang="ko-KR" sz="1200" b="1" kern="0" dirty="0">
                <a:solidFill>
                  <a:prstClr val="black"/>
                </a:solidFill>
                <a:cs typeface="Arial" panose="020B0604020202020204" pitchFamily="34" charset="0"/>
              </a:rPr>
              <a:t>QNED</a:t>
            </a:r>
          </a:p>
        </p:txBody>
      </p:sp>
      <p:sp>
        <p:nvSpPr>
          <p:cNvPr id="588" name="직사각형 128">
            <a:extLst>
              <a:ext uri="{FF2B5EF4-FFF2-40B4-BE49-F238E27FC236}">
                <a16:creationId xmlns:a16="http://schemas.microsoft.com/office/drawing/2014/main" id="{96398077-F69A-D00B-1A15-0866DDFAEA13}"/>
              </a:ext>
            </a:extLst>
          </p:cNvPr>
          <p:cNvSpPr>
            <a:spLocks noChangeArrowheads="1"/>
          </p:cNvSpPr>
          <p:nvPr>
            <p:custDataLst>
              <p:tags r:id="rId4"/>
            </p:custDataLst>
          </p:nvPr>
        </p:nvSpPr>
        <p:spPr bwMode="auto">
          <a:xfrm>
            <a:off x="251496" y="5255793"/>
            <a:ext cx="453078" cy="1223188"/>
          </a:xfrm>
          <a:prstGeom prst="rect">
            <a:avLst/>
          </a:prstGeom>
          <a:solidFill>
            <a:srgbClr val="FFFFFF"/>
          </a:solidFill>
          <a:ln w="6350">
            <a:solidFill>
              <a:srgbClr val="FFFFFF">
                <a:lumMod val="65000"/>
              </a:srgbClr>
            </a:solidFill>
            <a:miter lim="800000"/>
            <a:headEnd/>
            <a:tailEnd/>
          </a:ln>
        </p:spPr>
        <p:txBody>
          <a:bodyPr wrap="none" anchor="ctr"/>
          <a:lstStyle/>
          <a:p>
            <a:pPr algn="ctr" latinLnBrk="0">
              <a:defRPr/>
            </a:pPr>
            <a:r>
              <a:rPr lang="ko-KR" altLang="en-US" sz="1200" b="1" kern="0" dirty="0">
                <a:solidFill>
                  <a:prstClr val="black"/>
                </a:solidFill>
                <a:cs typeface="Arial" panose="020B0604020202020204" pitchFamily="34" charset="0"/>
              </a:rPr>
              <a:t>일반</a:t>
            </a:r>
            <a:endParaRPr lang="en-US" altLang="ko-KR" sz="1200" b="1" kern="0" dirty="0">
              <a:solidFill>
                <a:prstClr val="black"/>
              </a:solidFill>
              <a:cs typeface="Arial" panose="020B0604020202020204" pitchFamily="34" charset="0"/>
            </a:endParaRPr>
          </a:p>
          <a:p>
            <a:pPr algn="ctr" latinLnBrk="0">
              <a:defRPr/>
            </a:pPr>
            <a:r>
              <a:rPr lang="en-US" altLang="ko-KR" sz="1200" b="1" kern="0" dirty="0">
                <a:solidFill>
                  <a:prstClr val="black"/>
                </a:solidFill>
                <a:cs typeface="Arial" panose="020B0604020202020204" pitchFamily="34" charset="0"/>
              </a:rPr>
              <a:t>UHD</a:t>
            </a:r>
          </a:p>
        </p:txBody>
      </p:sp>
      <p:sp>
        <p:nvSpPr>
          <p:cNvPr id="589" name="Rectangle 3936"/>
          <p:cNvSpPr>
            <a:spLocks noChangeArrowheads="1"/>
          </p:cNvSpPr>
          <p:nvPr/>
        </p:nvSpPr>
        <p:spPr bwMode="auto">
          <a:xfrm>
            <a:off x="9535616" y="2662301"/>
            <a:ext cx="702000" cy="180000"/>
          </a:xfrm>
          <a:prstGeom prst="rect">
            <a:avLst/>
          </a:prstGeom>
          <a:solidFill>
            <a:srgbClr val="000000">
              <a:lumMod val="50000"/>
              <a:lumOff val="50000"/>
            </a:srgbClr>
          </a:solidFill>
          <a:ln w="3175" algn="ctr">
            <a:solidFill>
              <a:srgbClr val="231F20"/>
            </a:solidFill>
            <a:miter lim="800000"/>
            <a:headEnd/>
            <a:tailEnd/>
          </a:ln>
          <a:effectLst>
            <a:outerShdw blurRad="25400" dist="25400" dir="2700000" algn="tl" rotWithShape="0">
              <a:schemeClr val="bg1">
                <a:lumMod val="50000"/>
                <a:alpha val="49000"/>
              </a:schemeClr>
            </a:outerShdw>
          </a:effectLst>
        </p:spPr>
        <p:txBody>
          <a:bodyPr wrap="none" lIns="26928" tIns="26928" rIns="26928" bIns="26928" anchor="ctr"/>
          <a:lstStyle/>
          <a:p>
            <a:pPr algn="ctr" defTabSz="914290" fontAlgn="base" latinLnBrk="0">
              <a:spcBef>
                <a:spcPct val="0"/>
              </a:spcBef>
              <a:spcAft>
                <a:spcPct val="0"/>
              </a:spcAft>
            </a:pPr>
            <a:r>
              <a:rPr kumimoji="1" lang="en-US" altLang="ko-KR" sz="1200" b="1" kern="0" dirty="0">
                <a:solidFill>
                  <a:srgbClr val="FFFFFF"/>
                </a:solidFill>
                <a:cs typeface="Arial" panose="020B0604020202020204" pitchFamily="34" charset="0"/>
              </a:rPr>
              <a:t>QN85F</a:t>
            </a:r>
          </a:p>
        </p:txBody>
      </p:sp>
      <p:sp>
        <p:nvSpPr>
          <p:cNvPr id="590" name="Text Box 4"/>
          <p:cNvSpPr txBox="1">
            <a:spLocks noChangeArrowheads="1"/>
          </p:cNvSpPr>
          <p:nvPr/>
        </p:nvSpPr>
        <p:spPr bwMode="auto">
          <a:xfrm>
            <a:off x="10531497" y="2683052"/>
            <a:ext cx="47288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1,000 / 600</a:t>
            </a:r>
          </a:p>
        </p:txBody>
      </p:sp>
      <p:sp>
        <p:nvSpPr>
          <p:cNvPr id="592" name="제목 1"/>
          <p:cNvSpPr txBox="1">
            <a:spLocks/>
          </p:cNvSpPr>
          <p:nvPr/>
        </p:nvSpPr>
        <p:spPr>
          <a:xfrm>
            <a:off x="11463718" y="2683052"/>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46.3</a:t>
            </a:r>
            <a:endParaRPr kumimoji="1" lang="ko-KR" altLang="en-US" dirty="0">
              <a:solidFill>
                <a:srgbClr val="008000"/>
              </a:solidFill>
            </a:endParaRPr>
          </a:p>
        </p:txBody>
      </p:sp>
      <p:sp>
        <p:nvSpPr>
          <p:cNvPr id="593" name="Rectangle 3936"/>
          <p:cNvSpPr>
            <a:spLocks noChangeArrowheads="1"/>
          </p:cNvSpPr>
          <p:nvPr/>
        </p:nvSpPr>
        <p:spPr bwMode="auto">
          <a:xfrm>
            <a:off x="7997179" y="2662301"/>
            <a:ext cx="702000" cy="180000"/>
          </a:xfrm>
          <a:prstGeom prst="rect">
            <a:avLst/>
          </a:prstGeom>
          <a:solidFill>
            <a:srgbClr val="000000">
              <a:lumMod val="50000"/>
              <a:lumOff val="50000"/>
            </a:srgbClr>
          </a:solidFill>
          <a:ln w="3175" algn="ctr">
            <a:solidFill>
              <a:srgbClr val="231F20"/>
            </a:solidFill>
            <a:miter lim="800000"/>
            <a:headEnd/>
            <a:tailEnd/>
          </a:ln>
          <a:effectLst>
            <a:outerShdw blurRad="25400" dist="25400" dir="2700000" algn="tl" rotWithShape="0">
              <a:schemeClr val="bg1">
                <a:lumMod val="50000"/>
                <a:alpha val="49000"/>
              </a:schemeClr>
            </a:outerShdw>
          </a:effectLst>
        </p:spPr>
        <p:txBody>
          <a:bodyPr wrap="none" lIns="26928" tIns="26928" rIns="26928" bIns="26928" anchor="ctr"/>
          <a:lstStyle/>
          <a:p>
            <a:pPr algn="ctr" defTabSz="914290" fontAlgn="base" latinLnBrk="0">
              <a:spcBef>
                <a:spcPct val="0"/>
              </a:spcBef>
              <a:spcAft>
                <a:spcPct val="0"/>
              </a:spcAft>
            </a:pPr>
            <a:r>
              <a:rPr kumimoji="1" lang="en-US" altLang="ko-KR" sz="1200" b="1" kern="0" dirty="0">
                <a:solidFill>
                  <a:srgbClr val="FFFFFF"/>
                </a:solidFill>
                <a:cs typeface="Arial" panose="020B0604020202020204" pitchFamily="34" charset="0"/>
              </a:rPr>
              <a:t>QNED92</a:t>
            </a:r>
          </a:p>
        </p:txBody>
      </p:sp>
      <p:sp>
        <p:nvSpPr>
          <p:cNvPr id="596" name="Text Box 4"/>
          <p:cNvSpPr txBox="1">
            <a:spLocks noChangeArrowheads="1"/>
          </p:cNvSpPr>
          <p:nvPr/>
        </p:nvSpPr>
        <p:spPr bwMode="auto">
          <a:xfrm>
            <a:off x="6638283" y="2683052"/>
            <a:ext cx="47288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1,200 / 650</a:t>
            </a:r>
            <a:endParaRPr kumimoji="1" lang="en-US" altLang="ko-KR" baseline="30000" dirty="0">
              <a:solidFill>
                <a:srgbClr val="008000"/>
              </a:solidFill>
            </a:endParaRPr>
          </a:p>
        </p:txBody>
      </p:sp>
      <p:sp>
        <p:nvSpPr>
          <p:cNvPr id="598" name="제목 1"/>
          <p:cNvSpPr txBox="1">
            <a:spLocks/>
          </p:cNvSpPr>
          <p:nvPr/>
        </p:nvSpPr>
        <p:spPr>
          <a:xfrm>
            <a:off x="7622830" y="2683052"/>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58.5</a:t>
            </a:r>
            <a:endParaRPr kumimoji="1" lang="ko-KR" altLang="en-US" dirty="0">
              <a:solidFill>
                <a:srgbClr val="008000"/>
              </a:solidFill>
            </a:endParaRPr>
          </a:p>
        </p:txBody>
      </p:sp>
      <p:sp>
        <p:nvSpPr>
          <p:cNvPr id="600" name="Rectangle 3936">
            <a:extLst>
              <a:ext uri="{FF2B5EF4-FFF2-40B4-BE49-F238E27FC236}">
                <a16:creationId xmlns:a16="http://schemas.microsoft.com/office/drawing/2014/main" id="{CB29BD58-2DD4-9509-B1B3-5EFC481DED55}"/>
              </a:ext>
            </a:extLst>
          </p:cNvPr>
          <p:cNvSpPr>
            <a:spLocks noChangeArrowheads="1"/>
          </p:cNvSpPr>
          <p:nvPr/>
        </p:nvSpPr>
        <p:spPr bwMode="auto">
          <a:xfrm>
            <a:off x="7998386" y="5793472"/>
            <a:ext cx="702000" cy="180000"/>
          </a:xfrm>
          <a:prstGeom prst="rect">
            <a:avLst/>
          </a:prstGeom>
          <a:solidFill>
            <a:srgbClr val="FFFFFF"/>
          </a:solidFill>
          <a:ln w="3175" algn="ctr">
            <a:solidFill>
              <a:schemeClr val="tx1">
                <a:lumMod val="50000"/>
                <a:lumOff val="50000"/>
              </a:schemeClr>
            </a:solidFill>
            <a:miter lim="800000"/>
            <a:headEnd/>
            <a:tailEnd/>
          </a:ln>
          <a:effectLst>
            <a:outerShdw blurRad="25400" dist="25400" dir="2700000" algn="tl" rotWithShape="0">
              <a:schemeClr val="bg1">
                <a:lumMod val="50000"/>
                <a:alpha val="49000"/>
              </a:schemeClr>
            </a:outerShdw>
          </a:effectLst>
        </p:spPr>
        <p:txBody>
          <a:bodyPr wrap="none" lIns="26932" tIns="26932" rIns="26932" bIns="26932" anchor="ctr"/>
          <a:lstStyle/>
          <a:p>
            <a:pPr algn="ctr" latinLnBrk="0"/>
            <a:r>
              <a:rPr lang="en-US" altLang="ko-KR" sz="1200" b="1" kern="0" dirty="0">
                <a:solidFill>
                  <a:srgbClr val="000000"/>
                </a:solidFill>
                <a:ea typeface="LG스마트체2.0 Regular" pitchFamily="50" charset="-127"/>
                <a:cs typeface="Arial" panose="020B0604020202020204" pitchFamily="34" charset="0"/>
              </a:rPr>
              <a:t>UA75</a:t>
            </a:r>
          </a:p>
        </p:txBody>
      </p:sp>
      <p:sp>
        <p:nvSpPr>
          <p:cNvPr id="605" name="Text Box 4">
            <a:extLst>
              <a:ext uri="{FF2B5EF4-FFF2-40B4-BE49-F238E27FC236}">
                <a16:creationId xmlns:a16="http://schemas.microsoft.com/office/drawing/2014/main" id="{06655BCF-BC54-484D-50A9-76466CEDDFD5}"/>
              </a:ext>
            </a:extLst>
          </p:cNvPr>
          <p:cNvSpPr txBox="1">
            <a:spLocks noChangeArrowheads="1"/>
          </p:cNvSpPr>
          <p:nvPr/>
        </p:nvSpPr>
        <p:spPr bwMode="auto">
          <a:xfrm>
            <a:off x="6833477" y="6165838"/>
            <a:ext cx="158698"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300</a:t>
            </a:r>
          </a:p>
        </p:txBody>
      </p:sp>
      <p:sp>
        <p:nvSpPr>
          <p:cNvPr id="606" name="제목 1">
            <a:extLst>
              <a:ext uri="{FF2B5EF4-FFF2-40B4-BE49-F238E27FC236}">
                <a16:creationId xmlns:a16="http://schemas.microsoft.com/office/drawing/2014/main" id="{586B8319-2869-9F43-3366-D58B6AD9D409}"/>
              </a:ext>
            </a:extLst>
          </p:cNvPr>
          <p:cNvSpPr txBox="1">
            <a:spLocks/>
          </p:cNvSpPr>
          <p:nvPr/>
        </p:nvSpPr>
        <p:spPr>
          <a:xfrm>
            <a:off x="7622830" y="6165838"/>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59.9</a:t>
            </a:r>
            <a:endParaRPr kumimoji="1" lang="ko-KR" altLang="en-US" dirty="0">
              <a:solidFill>
                <a:srgbClr val="008000"/>
              </a:solidFill>
            </a:endParaRPr>
          </a:p>
        </p:txBody>
      </p:sp>
      <p:sp>
        <p:nvSpPr>
          <p:cNvPr id="615" name="TextBox 614">
            <a:extLst>
              <a:ext uri="{FF2B5EF4-FFF2-40B4-BE49-F238E27FC236}">
                <a16:creationId xmlns:a16="http://schemas.microsoft.com/office/drawing/2014/main" id="{C890728B-59D8-C418-BEE9-FDF19D336EEC}"/>
              </a:ext>
            </a:extLst>
          </p:cNvPr>
          <p:cNvSpPr txBox="1"/>
          <p:nvPr/>
        </p:nvSpPr>
        <p:spPr>
          <a:xfrm>
            <a:off x="871345" y="2281158"/>
            <a:ext cx="865622" cy="138499"/>
          </a:xfrm>
          <a:prstGeom prst="rect">
            <a:avLst/>
          </a:prstGeom>
          <a:noFill/>
        </p:spPr>
        <p:txBody>
          <a:bodyPr wrap="none" lIns="0" tIns="0" rIns="0" bIns="0" rtlCol="0" anchor="ctr" anchorCtr="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fontAlgn="base" latinLnBrk="0">
              <a:spcBef>
                <a:spcPct val="0"/>
              </a:spcBef>
              <a:spcAft>
                <a:spcPct val="0"/>
              </a:spcAft>
            </a:pPr>
            <a:r>
              <a:rPr kumimoji="1" lang="en-US" altLang="ko-KR" dirty="0">
                <a:solidFill>
                  <a:srgbClr val="008000"/>
                </a:solidFill>
                <a:ea typeface="LG스마트체2.0 Regular" pitchFamily="50" charset="-127"/>
              </a:rPr>
              <a:t>900 / 720 / 550 / 135</a:t>
            </a:r>
          </a:p>
        </p:txBody>
      </p:sp>
      <p:sp>
        <p:nvSpPr>
          <p:cNvPr id="616" name="TextBox 615">
            <a:extLst>
              <a:ext uri="{FF2B5EF4-FFF2-40B4-BE49-F238E27FC236}">
                <a16:creationId xmlns:a16="http://schemas.microsoft.com/office/drawing/2014/main" id="{71F7168A-9C1A-AA5F-20B0-18A36FE8A6BD}"/>
              </a:ext>
            </a:extLst>
          </p:cNvPr>
          <p:cNvSpPr txBox="1"/>
          <p:nvPr/>
        </p:nvSpPr>
        <p:spPr>
          <a:xfrm>
            <a:off x="1941612" y="2281158"/>
            <a:ext cx="184346" cy="138499"/>
          </a:xfrm>
          <a:prstGeom prst="rect">
            <a:avLst/>
          </a:prstGeom>
          <a:noFill/>
        </p:spPr>
        <p:txBody>
          <a:bodyPr wrap="none" lIns="0" tIns="0" rIns="0" bIns="0" rtlCol="0" anchor="ctr" anchorCtr="0">
            <a:spAutoFit/>
          </a:bodyPr>
          <a:lstStyle>
            <a:defPPr>
              <a:defRPr lang="ko-KR"/>
            </a:defPPr>
            <a:lvl1pP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45.9</a:t>
            </a:r>
          </a:p>
        </p:txBody>
      </p:sp>
      <p:sp>
        <p:nvSpPr>
          <p:cNvPr id="617" name="TextBox 616">
            <a:extLst>
              <a:ext uri="{FF2B5EF4-FFF2-40B4-BE49-F238E27FC236}">
                <a16:creationId xmlns:a16="http://schemas.microsoft.com/office/drawing/2014/main" id="{2C839F16-D820-4B8B-A77A-E244854AD6CE}"/>
              </a:ext>
            </a:extLst>
          </p:cNvPr>
          <p:cNvSpPr txBox="1"/>
          <p:nvPr/>
        </p:nvSpPr>
        <p:spPr>
          <a:xfrm>
            <a:off x="802765" y="1513083"/>
            <a:ext cx="1022716" cy="138499"/>
          </a:xfrm>
          <a:prstGeom prst="rect">
            <a:avLst/>
          </a:prstGeom>
          <a:noFill/>
        </p:spPr>
        <p:txBody>
          <a:bodyPr wrap="none" lIns="0" tIns="0" rIns="0" bIns="0" rtlCol="0" anchor="ctr" anchorCtr="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fontAlgn="base" latinLnBrk="0">
              <a:spcBef>
                <a:spcPct val="0"/>
              </a:spcBef>
              <a:spcAft>
                <a:spcPct val="0"/>
              </a:spcAft>
            </a:pPr>
            <a:r>
              <a:rPr kumimoji="1" lang="en-US" altLang="ko-KR" dirty="0">
                <a:solidFill>
                  <a:srgbClr val="008000"/>
                </a:solidFill>
                <a:ea typeface="LG스마트체2.0 Regular" pitchFamily="50" charset="-127"/>
              </a:rPr>
              <a:t>2,300 / 1,500 / 800 / 235</a:t>
            </a:r>
          </a:p>
        </p:txBody>
      </p:sp>
      <p:sp>
        <p:nvSpPr>
          <p:cNvPr id="618" name="TextBox 617">
            <a:extLst>
              <a:ext uri="{FF2B5EF4-FFF2-40B4-BE49-F238E27FC236}">
                <a16:creationId xmlns:a16="http://schemas.microsoft.com/office/drawing/2014/main" id="{F350A9B8-C47B-3F0E-C1A3-085D1ADCCA17}"/>
              </a:ext>
            </a:extLst>
          </p:cNvPr>
          <p:cNvSpPr txBox="1"/>
          <p:nvPr/>
        </p:nvSpPr>
        <p:spPr>
          <a:xfrm>
            <a:off x="1941612" y="1513083"/>
            <a:ext cx="184346" cy="138499"/>
          </a:xfrm>
          <a:prstGeom prst="rect">
            <a:avLst/>
          </a:prstGeom>
          <a:noFill/>
        </p:spPr>
        <p:txBody>
          <a:bodyPr wrap="none" lIns="0" tIns="0" rIns="0" bIns="0" rtlCol="0" anchor="ctr" anchorCtr="0">
            <a:spAutoFit/>
          </a:bodyPr>
          <a:lstStyle>
            <a:defPPr>
              <a:defRPr lang="ko-KR"/>
            </a:defPPr>
            <a:lvl1pP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24.3</a:t>
            </a:r>
          </a:p>
        </p:txBody>
      </p:sp>
      <p:sp>
        <p:nvSpPr>
          <p:cNvPr id="619" name="TextBox 618">
            <a:extLst>
              <a:ext uri="{FF2B5EF4-FFF2-40B4-BE49-F238E27FC236}">
                <a16:creationId xmlns:a16="http://schemas.microsoft.com/office/drawing/2014/main" id="{369FE871-917B-B0E6-E933-572B0E101B2E}"/>
              </a:ext>
            </a:extLst>
          </p:cNvPr>
          <p:cNvSpPr txBox="1"/>
          <p:nvPr/>
        </p:nvSpPr>
        <p:spPr>
          <a:xfrm>
            <a:off x="802765" y="1889172"/>
            <a:ext cx="944169" cy="138499"/>
          </a:xfrm>
          <a:prstGeom prst="rect">
            <a:avLst/>
          </a:prstGeom>
          <a:noFill/>
        </p:spPr>
        <p:txBody>
          <a:bodyPr wrap="none" lIns="0" tIns="0" rIns="0" bIns="0" rtlCol="0" anchor="ctr" anchorCtr="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fontAlgn="base" latinLnBrk="0">
              <a:spcBef>
                <a:spcPct val="0"/>
              </a:spcBef>
              <a:spcAft>
                <a:spcPct val="0"/>
              </a:spcAft>
            </a:pPr>
            <a:r>
              <a:rPr kumimoji="1" lang="en-US" altLang="ko-KR" dirty="0">
                <a:solidFill>
                  <a:srgbClr val="008000"/>
                </a:solidFill>
                <a:ea typeface="LG스마트체2.0 Regular" pitchFamily="50" charset="-127"/>
              </a:rPr>
              <a:t>1,170 / 990 / 650 / 180</a:t>
            </a:r>
          </a:p>
        </p:txBody>
      </p:sp>
      <p:sp>
        <p:nvSpPr>
          <p:cNvPr id="620" name="TextBox 619">
            <a:extLst>
              <a:ext uri="{FF2B5EF4-FFF2-40B4-BE49-F238E27FC236}">
                <a16:creationId xmlns:a16="http://schemas.microsoft.com/office/drawing/2014/main" id="{D49AB3A1-E8E1-35C9-73AA-FE7D79A6922C}"/>
              </a:ext>
            </a:extLst>
          </p:cNvPr>
          <p:cNvSpPr txBox="1"/>
          <p:nvPr/>
        </p:nvSpPr>
        <p:spPr>
          <a:xfrm>
            <a:off x="1941612" y="1889172"/>
            <a:ext cx="184346" cy="138499"/>
          </a:xfrm>
          <a:prstGeom prst="rect">
            <a:avLst/>
          </a:prstGeom>
          <a:noFill/>
        </p:spPr>
        <p:txBody>
          <a:bodyPr wrap="none" lIns="0" tIns="0" rIns="0" bIns="0" rtlCol="0" anchor="ctr" anchorCtr="0">
            <a:spAutoFit/>
          </a:bodyPr>
          <a:lstStyle>
            <a:defPPr>
              <a:defRPr lang="ko-KR"/>
            </a:defPPr>
            <a:lvl1pP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45.7</a:t>
            </a:r>
          </a:p>
        </p:txBody>
      </p:sp>
      <p:sp>
        <p:nvSpPr>
          <p:cNvPr id="621" name="TextBox 620">
            <a:extLst>
              <a:ext uri="{FF2B5EF4-FFF2-40B4-BE49-F238E27FC236}">
                <a16:creationId xmlns:a16="http://schemas.microsoft.com/office/drawing/2014/main" id="{0BD877FB-703D-54BC-BC58-7DF69BEC17BA}"/>
              </a:ext>
            </a:extLst>
          </p:cNvPr>
          <p:cNvSpPr txBox="1"/>
          <p:nvPr/>
        </p:nvSpPr>
        <p:spPr>
          <a:xfrm>
            <a:off x="1013018" y="991913"/>
            <a:ext cx="609141" cy="123111"/>
          </a:xfrm>
          <a:prstGeom prst="rect">
            <a:avLst/>
          </a:prstGeom>
          <a:noFill/>
        </p:spPr>
        <p:txBody>
          <a:bodyPr wrap="none" lIns="0" tIns="0" rIns="0" bIns="0" rtlCol="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latinLnBrk="0"/>
            <a:r>
              <a:rPr lang="en-US" altLang="ko-KR" sz="800" dirty="0">
                <a:solidFill>
                  <a:srgbClr val="000000"/>
                </a:solidFill>
                <a:ea typeface="LG스마트체2.0 Regular" pitchFamily="50" charset="-127"/>
              </a:rPr>
              <a:t>* 65” </a:t>
            </a:r>
            <a:r>
              <a:rPr lang="ko-KR" altLang="en-US" sz="800" dirty="0">
                <a:solidFill>
                  <a:srgbClr val="000000"/>
                </a:solidFill>
                <a:ea typeface="LG스마트체2.0 Regular" pitchFamily="50" charset="-127"/>
              </a:rPr>
              <a:t>기준 스펙</a:t>
            </a:r>
            <a:endParaRPr lang="en-US" altLang="ko-KR" sz="800" dirty="0">
              <a:solidFill>
                <a:srgbClr val="000000"/>
              </a:solidFill>
              <a:ea typeface="LG스마트체2.0 Regular" pitchFamily="50" charset="-127"/>
            </a:endParaRPr>
          </a:p>
        </p:txBody>
      </p:sp>
      <p:sp>
        <p:nvSpPr>
          <p:cNvPr id="622" name="TextBox 621">
            <a:extLst>
              <a:ext uri="{FF2B5EF4-FFF2-40B4-BE49-F238E27FC236}">
                <a16:creationId xmlns:a16="http://schemas.microsoft.com/office/drawing/2014/main" id="{6AE047F0-D1D1-3F38-18C7-36F71802C07A}"/>
              </a:ext>
            </a:extLst>
          </p:cNvPr>
          <p:cNvSpPr txBox="1"/>
          <p:nvPr/>
        </p:nvSpPr>
        <p:spPr>
          <a:xfrm>
            <a:off x="1103623" y="1196164"/>
            <a:ext cx="261290" cy="106311"/>
          </a:xfrm>
          <a:prstGeom prst="rect">
            <a:avLst/>
          </a:prstGeom>
          <a:noFill/>
        </p:spPr>
        <p:txBody>
          <a:bodyPr wrap="none" lIns="0" tIns="0" rIns="0" bIns="0" rtlCol="0" anchor="t">
            <a:spAutoFit/>
          </a:bodyPr>
          <a:lstStyle/>
          <a:p>
            <a:pPr algn="ctr" fontAlgn="base">
              <a:lnSpc>
                <a:spcPts val="800"/>
              </a:lnSpc>
              <a:spcBef>
                <a:spcPts val="600"/>
              </a:spcBef>
              <a:spcAft>
                <a:spcPct val="0"/>
              </a:spcAft>
              <a:tabLst>
                <a:tab pos="85727" algn="l"/>
              </a:tabLst>
            </a:pPr>
            <a:r>
              <a:rPr kumimoji="1" lang="ko-KR" altLang="en-US" sz="900" dirty="0">
                <a:solidFill>
                  <a:srgbClr val="808080"/>
                </a:solidFill>
                <a:cs typeface="Arial" panose="020B0604020202020204" pitchFamily="34" charset="0"/>
              </a:rPr>
              <a:t>휘도</a:t>
            </a:r>
            <a:r>
              <a:rPr kumimoji="1" lang="en-US" altLang="ko-KR" sz="900" baseline="30000" dirty="0">
                <a:solidFill>
                  <a:srgbClr val="808080"/>
                </a:solidFill>
                <a:cs typeface="Arial" panose="020B0604020202020204" pitchFamily="34" charset="0"/>
              </a:rPr>
              <a:t>1)</a:t>
            </a:r>
          </a:p>
        </p:txBody>
      </p:sp>
      <p:sp>
        <p:nvSpPr>
          <p:cNvPr id="624" name="TextBox 623">
            <a:extLst>
              <a:ext uri="{FF2B5EF4-FFF2-40B4-BE49-F238E27FC236}">
                <a16:creationId xmlns:a16="http://schemas.microsoft.com/office/drawing/2014/main" id="{B8BFA20A-2BAF-1220-15A8-033C14F8FD94}"/>
              </a:ext>
            </a:extLst>
          </p:cNvPr>
          <p:cNvSpPr txBox="1"/>
          <p:nvPr/>
        </p:nvSpPr>
        <p:spPr>
          <a:xfrm>
            <a:off x="1924612" y="1196164"/>
            <a:ext cx="205184" cy="105542"/>
          </a:xfrm>
          <a:prstGeom prst="rect">
            <a:avLst/>
          </a:prstGeom>
          <a:noFill/>
        </p:spPr>
        <p:txBody>
          <a:bodyPr wrap="none" lIns="0" tIns="0" rIns="0" bIns="0" rtlCol="0" anchor="t">
            <a:spAutoFit/>
          </a:bodyPr>
          <a:lstStyle/>
          <a:p>
            <a:pPr algn="ctr" fontAlgn="base">
              <a:lnSpc>
                <a:spcPts val="800"/>
              </a:lnSpc>
              <a:spcBef>
                <a:spcPts val="600"/>
              </a:spcBef>
              <a:spcAft>
                <a:spcPct val="0"/>
              </a:spcAft>
              <a:tabLst>
                <a:tab pos="85727" algn="l"/>
              </a:tabLst>
            </a:pPr>
            <a:r>
              <a:rPr kumimoji="1" lang="ko-KR" altLang="en-US" sz="900">
                <a:solidFill>
                  <a:srgbClr val="808080"/>
                </a:solidFill>
                <a:cs typeface="Arial" panose="020B0604020202020204" pitchFamily="34" charset="0"/>
              </a:rPr>
              <a:t>두께</a:t>
            </a:r>
            <a:endParaRPr kumimoji="1" lang="en-US" altLang="ko-KR" sz="900" dirty="0">
              <a:solidFill>
                <a:srgbClr val="808080"/>
              </a:solidFill>
              <a:cs typeface="Arial" panose="020B0604020202020204" pitchFamily="34" charset="0"/>
            </a:endParaRPr>
          </a:p>
        </p:txBody>
      </p:sp>
      <p:sp>
        <p:nvSpPr>
          <p:cNvPr id="625" name="TextBox 624">
            <a:extLst>
              <a:ext uri="{FF2B5EF4-FFF2-40B4-BE49-F238E27FC236}">
                <a16:creationId xmlns:a16="http://schemas.microsoft.com/office/drawing/2014/main" id="{C00B328F-BBC8-7B57-EC44-57AF511C2DB1}"/>
              </a:ext>
            </a:extLst>
          </p:cNvPr>
          <p:cNvSpPr txBox="1"/>
          <p:nvPr/>
        </p:nvSpPr>
        <p:spPr>
          <a:xfrm>
            <a:off x="1942245" y="1304176"/>
            <a:ext cx="169919" cy="102592"/>
          </a:xfrm>
          <a:prstGeom prst="rect">
            <a:avLst/>
          </a:prstGeom>
          <a:noFill/>
        </p:spPr>
        <p:txBody>
          <a:bodyPr wrap="none" lIns="0" tIns="0" rIns="0" bIns="0" rtlCol="0" anchor="t">
            <a:spAutoFit/>
          </a:bodyPr>
          <a:lstStyle/>
          <a:p>
            <a:pPr algn="ctr" fontAlgn="base">
              <a:lnSpc>
                <a:spcPts val="800"/>
              </a:lnSpc>
              <a:spcBef>
                <a:spcPts val="600"/>
              </a:spcBef>
              <a:spcAft>
                <a:spcPct val="0"/>
              </a:spcAft>
              <a:tabLst>
                <a:tab pos="85727" algn="l"/>
              </a:tabLst>
            </a:pPr>
            <a:r>
              <a:rPr kumimoji="1" lang="en-US" altLang="ko-KR" sz="700" dirty="0">
                <a:solidFill>
                  <a:srgbClr val="808080"/>
                </a:solidFill>
                <a:cs typeface="Arial" panose="020B0604020202020204" pitchFamily="34" charset="0"/>
              </a:rPr>
              <a:t>(mm)</a:t>
            </a:r>
          </a:p>
        </p:txBody>
      </p:sp>
      <p:sp>
        <p:nvSpPr>
          <p:cNvPr id="626" name="제목 8">
            <a:extLst>
              <a:ext uri="{FF2B5EF4-FFF2-40B4-BE49-F238E27FC236}">
                <a16:creationId xmlns:a16="http://schemas.microsoft.com/office/drawing/2014/main" id="{8F39817B-435B-FE1B-8B61-9C643F850693}"/>
              </a:ext>
            </a:extLst>
          </p:cNvPr>
          <p:cNvSpPr txBox="1">
            <a:spLocks/>
          </p:cNvSpPr>
          <p:nvPr/>
        </p:nvSpPr>
        <p:spPr>
          <a:xfrm>
            <a:off x="3067742" y="869907"/>
            <a:ext cx="411972" cy="246221"/>
          </a:xfrm>
          <a:prstGeom prst="rect">
            <a:avLst/>
          </a:prstGeom>
        </p:spPr>
        <p:txBody>
          <a:bodyPr wrap="none" lIns="0" tIns="0" rIns="0" bIns="0" anchor="ctr" anchorCtr="0">
            <a:spAutoFit/>
          </a:bodyPr>
          <a:lst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a:lstStyle>
          <a:p>
            <a:pPr eaLnBrk="1" fontAlgn="auto" hangingPunct="1">
              <a:spcBef>
                <a:spcPts val="0"/>
              </a:spcBef>
              <a:spcAft>
                <a:spcPts val="0"/>
              </a:spcAft>
            </a:pPr>
            <a:r>
              <a:rPr lang="en-US" altLang="ko-KR" sz="1600" dirty="0">
                <a:solidFill>
                  <a:prstClr val="black"/>
                </a:solidFill>
                <a:sym typeface="Arial Narrow"/>
              </a:rPr>
              <a:t>’24</a:t>
            </a:r>
            <a:r>
              <a:rPr lang="ko-KR" altLang="en-US" sz="1600" dirty="0">
                <a:solidFill>
                  <a:prstClr val="black"/>
                </a:solidFill>
                <a:sym typeface="Arial Narrow"/>
              </a:rPr>
              <a:t>년</a:t>
            </a:r>
            <a:endParaRPr kumimoji="0" lang="ko-KR" altLang="en-US" sz="1200" b="0" dirty="0">
              <a:solidFill>
                <a:prstClr val="black"/>
              </a:solidFill>
              <a:cs typeface="Arial" pitchFamily="34" charset="0"/>
              <a:sym typeface="Arial Narrow"/>
            </a:endParaRPr>
          </a:p>
        </p:txBody>
      </p:sp>
      <p:cxnSp>
        <p:nvCxnSpPr>
          <p:cNvPr id="628" name="직선 연결선 627">
            <a:extLst>
              <a:ext uri="{FF2B5EF4-FFF2-40B4-BE49-F238E27FC236}">
                <a16:creationId xmlns:a16="http://schemas.microsoft.com/office/drawing/2014/main" id="{24ABFD05-C3C2-EB6B-0380-9DCCD4ADC013}"/>
              </a:ext>
            </a:extLst>
          </p:cNvPr>
          <p:cNvCxnSpPr>
            <a:cxnSpLocks/>
          </p:cNvCxnSpPr>
          <p:nvPr/>
        </p:nvCxnSpPr>
        <p:spPr>
          <a:xfrm>
            <a:off x="828184" y="1135157"/>
            <a:ext cx="5220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30" name="TextBox 629">
            <a:extLst>
              <a:ext uri="{FF2B5EF4-FFF2-40B4-BE49-F238E27FC236}">
                <a16:creationId xmlns:a16="http://schemas.microsoft.com/office/drawing/2014/main" id="{9A0FD5D2-97F3-893A-7798-FC7E3F673048}"/>
              </a:ext>
            </a:extLst>
          </p:cNvPr>
          <p:cNvSpPr txBox="1"/>
          <p:nvPr/>
        </p:nvSpPr>
        <p:spPr>
          <a:xfrm>
            <a:off x="4773401" y="1017080"/>
            <a:ext cx="609141" cy="123111"/>
          </a:xfrm>
          <a:prstGeom prst="rect">
            <a:avLst/>
          </a:prstGeom>
          <a:noFill/>
        </p:spPr>
        <p:txBody>
          <a:bodyPr wrap="none" lIns="0" tIns="0" rIns="0" bIns="0" rtlCol="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latinLnBrk="0"/>
            <a:r>
              <a:rPr lang="en-US" altLang="ko-KR" sz="800" dirty="0">
                <a:solidFill>
                  <a:srgbClr val="000000"/>
                </a:solidFill>
                <a:ea typeface="LG스마트체2.0 Regular" pitchFamily="50" charset="-127"/>
              </a:rPr>
              <a:t>* 65” </a:t>
            </a:r>
            <a:r>
              <a:rPr lang="ko-KR" altLang="en-US" sz="800" dirty="0">
                <a:solidFill>
                  <a:srgbClr val="000000"/>
                </a:solidFill>
                <a:ea typeface="LG스마트체2.0 Regular" pitchFamily="50" charset="-127"/>
              </a:rPr>
              <a:t>기준 스펙</a:t>
            </a:r>
            <a:endParaRPr lang="en-US" altLang="ko-KR" sz="800" dirty="0">
              <a:solidFill>
                <a:srgbClr val="000000"/>
              </a:solidFill>
              <a:ea typeface="LG스마트체2.0 Regular" pitchFamily="50" charset="-127"/>
            </a:endParaRPr>
          </a:p>
        </p:txBody>
      </p:sp>
      <p:sp>
        <p:nvSpPr>
          <p:cNvPr id="631" name="TextBox 630">
            <a:extLst>
              <a:ext uri="{FF2B5EF4-FFF2-40B4-BE49-F238E27FC236}">
                <a16:creationId xmlns:a16="http://schemas.microsoft.com/office/drawing/2014/main" id="{5CBF45F5-59AC-AE55-BE12-38E6AFC3A4D3}"/>
              </a:ext>
            </a:extLst>
          </p:cNvPr>
          <p:cNvSpPr txBox="1"/>
          <p:nvPr/>
        </p:nvSpPr>
        <p:spPr>
          <a:xfrm>
            <a:off x="4905658" y="1196164"/>
            <a:ext cx="261290" cy="106311"/>
          </a:xfrm>
          <a:prstGeom prst="rect">
            <a:avLst/>
          </a:prstGeom>
          <a:noFill/>
        </p:spPr>
        <p:txBody>
          <a:bodyPr wrap="none" lIns="0" tIns="0" rIns="0" bIns="0" rtlCol="0" anchor="t">
            <a:spAutoFit/>
          </a:bodyPr>
          <a:lstStyle/>
          <a:p>
            <a:pPr algn="ctr" fontAlgn="base">
              <a:lnSpc>
                <a:spcPts val="800"/>
              </a:lnSpc>
              <a:spcBef>
                <a:spcPts val="600"/>
              </a:spcBef>
              <a:spcAft>
                <a:spcPct val="0"/>
              </a:spcAft>
              <a:tabLst>
                <a:tab pos="85727" algn="l"/>
              </a:tabLst>
            </a:pPr>
            <a:r>
              <a:rPr kumimoji="1" lang="ko-KR" altLang="en-US" sz="900" dirty="0">
                <a:solidFill>
                  <a:srgbClr val="808080"/>
                </a:solidFill>
                <a:cs typeface="Arial" panose="020B0604020202020204" pitchFamily="34" charset="0"/>
              </a:rPr>
              <a:t>휘도</a:t>
            </a:r>
            <a:r>
              <a:rPr kumimoji="1" lang="en-US" altLang="ko-KR" sz="900" baseline="30000" dirty="0">
                <a:solidFill>
                  <a:srgbClr val="808080"/>
                </a:solidFill>
                <a:cs typeface="Arial" panose="020B0604020202020204" pitchFamily="34" charset="0"/>
              </a:rPr>
              <a:t>1)</a:t>
            </a:r>
          </a:p>
        </p:txBody>
      </p:sp>
      <p:sp>
        <p:nvSpPr>
          <p:cNvPr id="633" name="TextBox 632">
            <a:extLst>
              <a:ext uri="{FF2B5EF4-FFF2-40B4-BE49-F238E27FC236}">
                <a16:creationId xmlns:a16="http://schemas.microsoft.com/office/drawing/2014/main" id="{5847799D-7F43-2150-9E2F-7518A27790F0}"/>
              </a:ext>
            </a:extLst>
          </p:cNvPr>
          <p:cNvSpPr txBox="1"/>
          <p:nvPr/>
        </p:nvSpPr>
        <p:spPr>
          <a:xfrm>
            <a:off x="5704895" y="1196164"/>
            <a:ext cx="205184" cy="105542"/>
          </a:xfrm>
          <a:prstGeom prst="rect">
            <a:avLst/>
          </a:prstGeom>
          <a:noFill/>
        </p:spPr>
        <p:txBody>
          <a:bodyPr wrap="none" lIns="0" tIns="0" rIns="0" bIns="0" rtlCol="0" anchor="t">
            <a:spAutoFit/>
          </a:bodyPr>
          <a:lstStyle/>
          <a:p>
            <a:pPr algn="ctr" fontAlgn="base">
              <a:lnSpc>
                <a:spcPts val="800"/>
              </a:lnSpc>
              <a:spcBef>
                <a:spcPts val="600"/>
              </a:spcBef>
              <a:spcAft>
                <a:spcPct val="0"/>
              </a:spcAft>
              <a:tabLst>
                <a:tab pos="85727" algn="l"/>
              </a:tabLst>
            </a:pPr>
            <a:r>
              <a:rPr kumimoji="1" lang="ko-KR" altLang="en-US" sz="900">
                <a:solidFill>
                  <a:srgbClr val="808080"/>
                </a:solidFill>
                <a:cs typeface="Arial" panose="020B0604020202020204" pitchFamily="34" charset="0"/>
              </a:rPr>
              <a:t>두께</a:t>
            </a:r>
            <a:endParaRPr kumimoji="1" lang="en-US" altLang="ko-KR" sz="900" dirty="0">
              <a:solidFill>
                <a:srgbClr val="808080"/>
              </a:solidFill>
              <a:cs typeface="Arial" panose="020B0604020202020204" pitchFamily="34" charset="0"/>
            </a:endParaRPr>
          </a:p>
        </p:txBody>
      </p:sp>
      <p:sp>
        <p:nvSpPr>
          <p:cNvPr id="634" name="TextBox 633">
            <a:extLst>
              <a:ext uri="{FF2B5EF4-FFF2-40B4-BE49-F238E27FC236}">
                <a16:creationId xmlns:a16="http://schemas.microsoft.com/office/drawing/2014/main" id="{1FC9379C-2804-8B64-3CBC-58FFF70B36FE}"/>
              </a:ext>
            </a:extLst>
          </p:cNvPr>
          <p:cNvSpPr txBox="1"/>
          <p:nvPr/>
        </p:nvSpPr>
        <p:spPr>
          <a:xfrm>
            <a:off x="5722528" y="1304176"/>
            <a:ext cx="169919" cy="102592"/>
          </a:xfrm>
          <a:prstGeom prst="rect">
            <a:avLst/>
          </a:prstGeom>
          <a:noFill/>
        </p:spPr>
        <p:txBody>
          <a:bodyPr wrap="none" lIns="0" tIns="0" rIns="0" bIns="0" rtlCol="0" anchor="t">
            <a:spAutoFit/>
          </a:bodyPr>
          <a:lstStyle/>
          <a:p>
            <a:pPr algn="ctr" fontAlgn="base">
              <a:lnSpc>
                <a:spcPts val="800"/>
              </a:lnSpc>
              <a:spcBef>
                <a:spcPts val="600"/>
              </a:spcBef>
              <a:spcAft>
                <a:spcPct val="0"/>
              </a:spcAft>
              <a:tabLst>
                <a:tab pos="85727" algn="l"/>
              </a:tabLst>
            </a:pPr>
            <a:r>
              <a:rPr kumimoji="1" lang="en-US" altLang="ko-KR" sz="700" dirty="0">
                <a:solidFill>
                  <a:srgbClr val="808080"/>
                </a:solidFill>
                <a:cs typeface="Arial" panose="020B0604020202020204" pitchFamily="34" charset="0"/>
              </a:rPr>
              <a:t>(mm)</a:t>
            </a:r>
          </a:p>
        </p:txBody>
      </p:sp>
      <p:sp>
        <p:nvSpPr>
          <p:cNvPr id="635" name="제목 1">
            <a:extLst>
              <a:ext uri="{FF2B5EF4-FFF2-40B4-BE49-F238E27FC236}">
                <a16:creationId xmlns:a16="http://schemas.microsoft.com/office/drawing/2014/main" id="{9A1A0689-083E-45CA-46E9-95865F346759}"/>
              </a:ext>
            </a:extLst>
          </p:cNvPr>
          <p:cNvSpPr txBox="1">
            <a:spLocks/>
          </p:cNvSpPr>
          <p:nvPr/>
        </p:nvSpPr>
        <p:spPr>
          <a:xfrm>
            <a:off x="1041871" y="2660377"/>
            <a:ext cx="472885"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3,000 / 500</a:t>
            </a:r>
            <a:endParaRPr kumimoji="1" lang="ko-KR" altLang="en-US" baseline="30000" dirty="0">
              <a:solidFill>
                <a:srgbClr val="008000"/>
              </a:solidFill>
            </a:endParaRPr>
          </a:p>
        </p:txBody>
      </p:sp>
      <p:sp>
        <p:nvSpPr>
          <p:cNvPr id="637" name="제목 1">
            <a:extLst>
              <a:ext uri="{FF2B5EF4-FFF2-40B4-BE49-F238E27FC236}">
                <a16:creationId xmlns:a16="http://schemas.microsoft.com/office/drawing/2014/main" id="{D8FF6698-76C2-4D75-3619-A31EEDA0415A}"/>
              </a:ext>
            </a:extLst>
          </p:cNvPr>
          <p:cNvSpPr txBox="1">
            <a:spLocks/>
          </p:cNvSpPr>
          <p:nvPr/>
        </p:nvSpPr>
        <p:spPr>
          <a:xfrm>
            <a:off x="1940978" y="2660377"/>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29.5</a:t>
            </a:r>
            <a:endParaRPr kumimoji="1" lang="ko-KR" altLang="en-US" dirty="0">
              <a:solidFill>
                <a:srgbClr val="008000"/>
              </a:solidFill>
            </a:endParaRPr>
          </a:p>
        </p:txBody>
      </p:sp>
      <p:sp>
        <p:nvSpPr>
          <p:cNvPr id="638" name="TextBox 637">
            <a:extLst>
              <a:ext uri="{FF2B5EF4-FFF2-40B4-BE49-F238E27FC236}">
                <a16:creationId xmlns:a16="http://schemas.microsoft.com/office/drawing/2014/main" id="{BBF158DA-000C-E94B-2C82-E835C4B24D7C}"/>
              </a:ext>
            </a:extLst>
          </p:cNvPr>
          <p:cNvSpPr txBox="1"/>
          <p:nvPr/>
        </p:nvSpPr>
        <p:spPr>
          <a:xfrm>
            <a:off x="895879" y="2640338"/>
            <a:ext cx="107402" cy="107722"/>
          </a:xfrm>
          <a:prstGeom prst="rect">
            <a:avLst/>
          </a:prstGeom>
          <a:noFill/>
        </p:spPr>
        <p:txBody>
          <a:bodyPr wrap="none" lIns="0" tIns="0" rIns="0" bIns="0" rtlCol="0" anchor="ctr" anchorCtr="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algn="ctr" fontAlgn="base">
              <a:spcBef>
                <a:spcPts val="600"/>
              </a:spcBef>
              <a:spcAft>
                <a:spcPct val="0"/>
              </a:spcAft>
              <a:tabLst>
                <a:tab pos="85727" algn="l"/>
              </a:tabLst>
            </a:pPr>
            <a:r>
              <a:rPr kumimoji="1" lang="en-US" altLang="ko-KR" sz="700" dirty="0">
                <a:solidFill>
                  <a:srgbClr val="808080"/>
                </a:solidFill>
                <a:latin typeface="Arial Narrow"/>
                <a:ea typeface="LG스마트체 Regular"/>
                <a:cs typeface="Arial" panose="020B0604020202020204" pitchFamily="34" charset="0"/>
              </a:rPr>
              <a:t>75”</a:t>
            </a:r>
          </a:p>
        </p:txBody>
      </p:sp>
      <p:sp>
        <p:nvSpPr>
          <p:cNvPr id="639" name="Text Box 4">
            <a:extLst>
              <a:ext uri="{FF2B5EF4-FFF2-40B4-BE49-F238E27FC236}">
                <a16:creationId xmlns:a16="http://schemas.microsoft.com/office/drawing/2014/main" id="{FD60A96D-94E7-8716-A3CE-187A3EA98BF6}"/>
              </a:ext>
            </a:extLst>
          </p:cNvPr>
          <p:cNvSpPr txBox="1">
            <a:spLocks noChangeArrowheads="1"/>
          </p:cNvSpPr>
          <p:nvPr/>
        </p:nvSpPr>
        <p:spPr bwMode="auto">
          <a:xfrm>
            <a:off x="1044608" y="3319415"/>
            <a:ext cx="472885"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1,000 / 520</a:t>
            </a:r>
            <a:endParaRPr kumimoji="1" lang="en-US" altLang="ko-KR" baseline="30000" dirty="0">
              <a:solidFill>
                <a:srgbClr val="008000"/>
              </a:solidFill>
            </a:endParaRPr>
          </a:p>
        </p:txBody>
      </p:sp>
      <p:sp>
        <p:nvSpPr>
          <p:cNvPr id="194" name="제목 1">
            <a:extLst>
              <a:ext uri="{FF2B5EF4-FFF2-40B4-BE49-F238E27FC236}">
                <a16:creationId xmlns:a16="http://schemas.microsoft.com/office/drawing/2014/main" id="{38E0F517-8A66-6C97-590D-D92ABD49B2B1}"/>
              </a:ext>
            </a:extLst>
          </p:cNvPr>
          <p:cNvSpPr txBox="1">
            <a:spLocks/>
          </p:cNvSpPr>
          <p:nvPr/>
        </p:nvSpPr>
        <p:spPr>
          <a:xfrm>
            <a:off x="1943715" y="3319415"/>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44.9</a:t>
            </a:r>
            <a:endParaRPr kumimoji="1" lang="ko-KR" altLang="en-US" dirty="0">
              <a:solidFill>
                <a:srgbClr val="008000"/>
              </a:solidFill>
            </a:endParaRPr>
          </a:p>
        </p:txBody>
      </p:sp>
      <p:sp>
        <p:nvSpPr>
          <p:cNvPr id="200" name="Text Box 4">
            <a:extLst>
              <a:ext uri="{FF2B5EF4-FFF2-40B4-BE49-F238E27FC236}">
                <a16:creationId xmlns:a16="http://schemas.microsoft.com/office/drawing/2014/main" id="{723E518A-C8E1-2B1D-36C0-F5C0D2754471}"/>
              </a:ext>
            </a:extLst>
          </p:cNvPr>
          <p:cNvSpPr txBox="1">
            <a:spLocks noChangeArrowheads="1"/>
          </p:cNvSpPr>
          <p:nvPr/>
        </p:nvSpPr>
        <p:spPr bwMode="auto">
          <a:xfrm>
            <a:off x="1046867" y="3789130"/>
            <a:ext cx="394339"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650 / 450</a:t>
            </a:r>
            <a:endParaRPr kumimoji="1" lang="en-US" altLang="ko-KR" baseline="30000" dirty="0">
              <a:solidFill>
                <a:srgbClr val="008000"/>
              </a:solidFill>
            </a:endParaRPr>
          </a:p>
        </p:txBody>
      </p:sp>
      <p:sp>
        <p:nvSpPr>
          <p:cNvPr id="202" name="Text Box 4">
            <a:extLst>
              <a:ext uri="{FF2B5EF4-FFF2-40B4-BE49-F238E27FC236}">
                <a16:creationId xmlns:a16="http://schemas.microsoft.com/office/drawing/2014/main" id="{16476681-B674-E2F9-1A30-B6A9202FF556}"/>
              </a:ext>
            </a:extLst>
          </p:cNvPr>
          <p:cNvSpPr txBox="1">
            <a:spLocks noChangeArrowheads="1"/>
          </p:cNvSpPr>
          <p:nvPr/>
        </p:nvSpPr>
        <p:spPr bwMode="auto">
          <a:xfrm>
            <a:off x="1164688" y="5558135"/>
            <a:ext cx="158698"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380</a:t>
            </a:r>
          </a:p>
        </p:txBody>
      </p:sp>
      <p:sp>
        <p:nvSpPr>
          <p:cNvPr id="203" name="제목 1">
            <a:extLst>
              <a:ext uri="{FF2B5EF4-FFF2-40B4-BE49-F238E27FC236}">
                <a16:creationId xmlns:a16="http://schemas.microsoft.com/office/drawing/2014/main" id="{0965EBD5-8CED-952E-8F2A-8A4A97606027}"/>
              </a:ext>
            </a:extLst>
          </p:cNvPr>
          <p:cNvSpPr txBox="1">
            <a:spLocks/>
          </p:cNvSpPr>
          <p:nvPr/>
        </p:nvSpPr>
        <p:spPr>
          <a:xfrm>
            <a:off x="1046867" y="4815429"/>
            <a:ext cx="394339"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480 / 320</a:t>
            </a:r>
            <a:endParaRPr kumimoji="1" lang="ko-KR" altLang="en-US" dirty="0">
              <a:solidFill>
                <a:srgbClr val="008000"/>
              </a:solidFill>
            </a:endParaRPr>
          </a:p>
        </p:txBody>
      </p:sp>
      <p:sp>
        <p:nvSpPr>
          <p:cNvPr id="204" name="Text Box 4">
            <a:extLst>
              <a:ext uri="{FF2B5EF4-FFF2-40B4-BE49-F238E27FC236}">
                <a16:creationId xmlns:a16="http://schemas.microsoft.com/office/drawing/2014/main" id="{A841FFB2-64B0-EE4C-CF28-8EE162E4A153}"/>
              </a:ext>
            </a:extLst>
          </p:cNvPr>
          <p:cNvSpPr txBox="1">
            <a:spLocks noChangeArrowheads="1"/>
          </p:cNvSpPr>
          <p:nvPr/>
        </p:nvSpPr>
        <p:spPr bwMode="auto">
          <a:xfrm>
            <a:off x="1164689" y="6365670"/>
            <a:ext cx="158698"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300</a:t>
            </a:r>
          </a:p>
        </p:txBody>
      </p:sp>
      <p:sp>
        <p:nvSpPr>
          <p:cNvPr id="205" name="Text Box 4">
            <a:extLst>
              <a:ext uri="{FF2B5EF4-FFF2-40B4-BE49-F238E27FC236}">
                <a16:creationId xmlns:a16="http://schemas.microsoft.com/office/drawing/2014/main" id="{03258CF7-937C-728E-9365-C2B3DB00D225}"/>
              </a:ext>
            </a:extLst>
          </p:cNvPr>
          <p:cNvSpPr txBox="1">
            <a:spLocks noChangeArrowheads="1"/>
          </p:cNvSpPr>
          <p:nvPr/>
        </p:nvSpPr>
        <p:spPr bwMode="auto">
          <a:xfrm>
            <a:off x="1046867" y="4244553"/>
            <a:ext cx="394339"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800 / 500</a:t>
            </a:r>
          </a:p>
        </p:txBody>
      </p:sp>
      <p:sp>
        <p:nvSpPr>
          <p:cNvPr id="207" name="제목 1">
            <a:extLst>
              <a:ext uri="{FF2B5EF4-FFF2-40B4-BE49-F238E27FC236}">
                <a16:creationId xmlns:a16="http://schemas.microsoft.com/office/drawing/2014/main" id="{B9C2CC5D-28EB-D5B0-3205-EAE5E45A7DE0}"/>
              </a:ext>
            </a:extLst>
          </p:cNvPr>
          <p:cNvSpPr txBox="1">
            <a:spLocks/>
          </p:cNvSpPr>
          <p:nvPr/>
        </p:nvSpPr>
        <p:spPr>
          <a:xfrm>
            <a:off x="1906701" y="5558135"/>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29.7</a:t>
            </a:r>
            <a:endParaRPr kumimoji="1" lang="ko-KR" altLang="en-US" dirty="0">
              <a:solidFill>
                <a:srgbClr val="008000"/>
              </a:solidFill>
            </a:endParaRPr>
          </a:p>
        </p:txBody>
      </p:sp>
      <p:sp>
        <p:nvSpPr>
          <p:cNvPr id="210" name="제목 1">
            <a:extLst>
              <a:ext uri="{FF2B5EF4-FFF2-40B4-BE49-F238E27FC236}">
                <a16:creationId xmlns:a16="http://schemas.microsoft.com/office/drawing/2014/main" id="{CC9A54AF-6E6F-6279-0C1F-AF902F496E4D}"/>
              </a:ext>
            </a:extLst>
          </p:cNvPr>
          <p:cNvSpPr txBox="1">
            <a:spLocks/>
          </p:cNvSpPr>
          <p:nvPr/>
        </p:nvSpPr>
        <p:spPr>
          <a:xfrm>
            <a:off x="1906702" y="6365670"/>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80.2</a:t>
            </a:r>
            <a:endParaRPr kumimoji="1" lang="ko-KR" altLang="en-US" dirty="0">
              <a:solidFill>
                <a:srgbClr val="008000"/>
              </a:solidFill>
            </a:endParaRPr>
          </a:p>
        </p:txBody>
      </p:sp>
      <p:sp>
        <p:nvSpPr>
          <p:cNvPr id="211" name="제목 1">
            <a:extLst>
              <a:ext uri="{FF2B5EF4-FFF2-40B4-BE49-F238E27FC236}">
                <a16:creationId xmlns:a16="http://schemas.microsoft.com/office/drawing/2014/main" id="{68AFC9A7-8411-933E-DC49-B042C0785212}"/>
              </a:ext>
            </a:extLst>
          </p:cNvPr>
          <p:cNvSpPr txBox="1">
            <a:spLocks/>
          </p:cNvSpPr>
          <p:nvPr/>
        </p:nvSpPr>
        <p:spPr>
          <a:xfrm>
            <a:off x="1906701" y="4815429"/>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29.7</a:t>
            </a:r>
            <a:endParaRPr kumimoji="1" lang="ko-KR" altLang="en-US" dirty="0">
              <a:solidFill>
                <a:srgbClr val="008000"/>
              </a:solidFill>
            </a:endParaRPr>
          </a:p>
        </p:txBody>
      </p:sp>
      <p:sp>
        <p:nvSpPr>
          <p:cNvPr id="223" name="제목 1">
            <a:extLst>
              <a:ext uri="{FF2B5EF4-FFF2-40B4-BE49-F238E27FC236}">
                <a16:creationId xmlns:a16="http://schemas.microsoft.com/office/drawing/2014/main" id="{F1D33582-8B0D-D13B-692A-246648980812}"/>
              </a:ext>
            </a:extLst>
          </p:cNvPr>
          <p:cNvSpPr txBox="1">
            <a:spLocks/>
          </p:cNvSpPr>
          <p:nvPr/>
        </p:nvSpPr>
        <p:spPr>
          <a:xfrm>
            <a:off x="1906701" y="4244553"/>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29.7</a:t>
            </a:r>
            <a:endParaRPr kumimoji="1" lang="ko-KR" altLang="en-US" dirty="0">
              <a:solidFill>
                <a:srgbClr val="008000"/>
              </a:solidFill>
            </a:endParaRPr>
          </a:p>
        </p:txBody>
      </p:sp>
      <p:sp>
        <p:nvSpPr>
          <p:cNvPr id="224" name="제목 1">
            <a:extLst>
              <a:ext uri="{FF2B5EF4-FFF2-40B4-BE49-F238E27FC236}">
                <a16:creationId xmlns:a16="http://schemas.microsoft.com/office/drawing/2014/main" id="{E27F5089-6405-5884-582D-9C2576845D63}"/>
              </a:ext>
            </a:extLst>
          </p:cNvPr>
          <p:cNvSpPr txBox="1">
            <a:spLocks/>
          </p:cNvSpPr>
          <p:nvPr/>
        </p:nvSpPr>
        <p:spPr>
          <a:xfrm>
            <a:off x="1880252" y="3697034"/>
            <a:ext cx="237244" cy="2769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37.4/</a:t>
            </a:r>
            <a:br>
              <a:rPr kumimoji="1" lang="en-US" altLang="ko-KR" dirty="0">
                <a:solidFill>
                  <a:srgbClr val="008000"/>
                </a:solidFill>
              </a:rPr>
            </a:br>
            <a:r>
              <a:rPr kumimoji="1" lang="en-US" altLang="ko-KR" dirty="0">
                <a:solidFill>
                  <a:srgbClr val="008000"/>
                </a:solidFill>
              </a:rPr>
              <a:t>110.4</a:t>
            </a:r>
            <a:endParaRPr kumimoji="1" lang="ko-KR" altLang="en-US" dirty="0">
              <a:solidFill>
                <a:srgbClr val="008000"/>
              </a:solidFill>
            </a:endParaRPr>
          </a:p>
        </p:txBody>
      </p:sp>
      <p:sp>
        <p:nvSpPr>
          <p:cNvPr id="233" name="제목 1">
            <a:extLst>
              <a:ext uri="{FF2B5EF4-FFF2-40B4-BE49-F238E27FC236}">
                <a16:creationId xmlns:a16="http://schemas.microsoft.com/office/drawing/2014/main" id="{61F256B3-7512-8E43-EA0F-2831542BC683}"/>
              </a:ext>
            </a:extLst>
          </p:cNvPr>
          <p:cNvSpPr txBox="1">
            <a:spLocks/>
          </p:cNvSpPr>
          <p:nvPr/>
        </p:nvSpPr>
        <p:spPr>
          <a:xfrm>
            <a:off x="1164688" y="5294198"/>
            <a:ext cx="158698"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300</a:t>
            </a:r>
            <a:endParaRPr kumimoji="1" lang="ko-KR" altLang="en-US" dirty="0">
              <a:solidFill>
                <a:srgbClr val="008000"/>
              </a:solidFill>
            </a:endParaRPr>
          </a:p>
        </p:txBody>
      </p:sp>
      <p:sp>
        <p:nvSpPr>
          <p:cNvPr id="238" name="제목 1">
            <a:extLst>
              <a:ext uri="{FF2B5EF4-FFF2-40B4-BE49-F238E27FC236}">
                <a16:creationId xmlns:a16="http://schemas.microsoft.com/office/drawing/2014/main" id="{3AFA1CB0-E2E1-9B80-7DA0-D138571CFB93}"/>
              </a:ext>
            </a:extLst>
          </p:cNvPr>
          <p:cNvSpPr txBox="1">
            <a:spLocks/>
          </p:cNvSpPr>
          <p:nvPr/>
        </p:nvSpPr>
        <p:spPr>
          <a:xfrm>
            <a:off x="1906701" y="5294198"/>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58.4</a:t>
            </a:r>
            <a:endParaRPr kumimoji="1" lang="ko-KR" altLang="en-US" dirty="0">
              <a:solidFill>
                <a:srgbClr val="008000"/>
              </a:solidFill>
            </a:endParaRPr>
          </a:p>
        </p:txBody>
      </p:sp>
      <p:sp>
        <p:nvSpPr>
          <p:cNvPr id="241" name="Text Box 4">
            <a:extLst>
              <a:ext uri="{FF2B5EF4-FFF2-40B4-BE49-F238E27FC236}">
                <a16:creationId xmlns:a16="http://schemas.microsoft.com/office/drawing/2014/main" id="{4876A6BE-B502-9334-93DB-59B0907950E1}"/>
              </a:ext>
            </a:extLst>
          </p:cNvPr>
          <p:cNvSpPr txBox="1">
            <a:spLocks noChangeArrowheads="1"/>
          </p:cNvSpPr>
          <p:nvPr/>
        </p:nvSpPr>
        <p:spPr bwMode="auto">
          <a:xfrm>
            <a:off x="1164688" y="5870193"/>
            <a:ext cx="158698"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300</a:t>
            </a:r>
          </a:p>
        </p:txBody>
      </p:sp>
      <p:sp>
        <p:nvSpPr>
          <p:cNvPr id="244" name="제목 1">
            <a:extLst>
              <a:ext uri="{FF2B5EF4-FFF2-40B4-BE49-F238E27FC236}">
                <a16:creationId xmlns:a16="http://schemas.microsoft.com/office/drawing/2014/main" id="{271FA239-18E5-D754-6598-A0231A95EE6F}"/>
              </a:ext>
            </a:extLst>
          </p:cNvPr>
          <p:cNvSpPr txBox="1">
            <a:spLocks/>
          </p:cNvSpPr>
          <p:nvPr/>
        </p:nvSpPr>
        <p:spPr>
          <a:xfrm>
            <a:off x="1906701" y="5870193"/>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57.7</a:t>
            </a:r>
            <a:endParaRPr kumimoji="1" lang="ko-KR" altLang="en-US" dirty="0">
              <a:solidFill>
                <a:srgbClr val="008000"/>
              </a:solidFill>
            </a:endParaRPr>
          </a:p>
        </p:txBody>
      </p:sp>
      <p:sp>
        <p:nvSpPr>
          <p:cNvPr id="311" name="Rectangle 3936">
            <a:extLst>
              <a:ext uri="{FF2B5EF4-FFF2-40B4-BE49-F238E27FC236}">
                <a16:creationId xmlns:a16="http://schemas.microsoft.com/office/drawing/2014/main" id="{3AD97843-555C-1352-1695-66DB632E5AD0}"/>
              </a:ext>
            </a:extLst>
          </p:cNvPr>
          <p:cNvSpPr>
            <a:spLocks noChangeArrowheads="1"/>
          </p:cNvSpPr>
          <p:nvPr/>
        </p:nvSpPr>
        <p:spPr bwMode="auto">
          <a:xfrm>
            <a:off x="216364" y="3964999"/>
            <a:ext cx="504000" cy="180000"/>
          </a:xfrm>
          <a:prstGeom prst="rect">
            <a:avLst/>
          </a:prstGeom>
          <a:solidFill>
            <a:srgbClr val="000000">
              <a:lumMod val="50000"/>
              <a:lumOff val="50000"/>
            </a:srgbClr>
          </a:solidFill>
          <a:ln w="3175" algn="ctr">
            <a:solidFill>
              <a:srgbClr val="231F20"/>
            </a:solidFill>
            <a:miter lim="800000"/>
            <a:headEnd/>
            <a:tailEnd/>
          </a:ln>
          <a:effectLst>
            <a:outerShdw blurRad="25400" dist="25400" dir="2700000" algn="tl" rotWithShape="0">
              <a:schemeClr val="bg1">
                <a:lumMod val="50000"/>
                <a:alpha val="49000"/>
              </a:schemeClr>
            </a:outerShdw>
          </a:effectLst>
        </p:spPr>
        <p:txBody>
          <a:bodyPr wrap="none" lIns="26928" tIns="26928" rIns="26928" bIns="26928" anchor="ctr"/>
          <a:lstStyle/>
          <a:p>
            <a:pPr algn="ctr" defTabSz="914290" fontAlgn="base" latinLnBrk="0">
              <a:spcBef>
                <a:spcPct val="0"/>
              </a:spcBef>
              <a:spcAft>
                <a:spcPct val="0"/>
              </a:spcAft>
            </a:pPr>
            <a:r>
              <a:rPr kumimoji="1" lang="en-US" altLang="ko-KR" sz="1050" b="1" kern="0" dirty="0">
                <a:solidFill>
                  <a:srgbClr val="FFFFFF"/>
                </a:solidFill>
                <a:cs typeface="Arial" panose="020B0604020202020204" pitchFamily="34" charset="0"/>
              </a:rPr>
              <a:t>Mini LED</a:t>
            </a:r>
          </a:p>
        </p:txBody>
      </p:sp>
      <p:sp>
        <p:nvSpPr>
          <p:cNvPr id="314" name="Rectangle 3936">
            <a:extLst>
              <a:ext uri="{FF2B5EF4-FFF2-40B4-BE49-F238E27FC236}">
                <a16:creationId xmlns:a16="http://schemas.microsoft.com/office/drawing/2014/main" id="{F7FD1104-4861-5B81-4C5F-FB8795F1192F}"/>
              </a:ext>
            </a:extLst>
          </p:cNvPr>
          <p:cNvSpPr>
            <a:spLocks noChangeArrowheads="1"/>
          </p:cNvSpPr>
          <p:nvPr/>
        </p:nvSpPr>
        <p:spPr bwMode="auto">
          <a:xfrm>
            <a:off x="215499" y="4198397"/>
            <a:ext cx="504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050" b="1" kern="0" dirty="0">
                <a:solidFill>
                  <a:prstClr val="black"/>
                </a:solidFill>
                <a:cs typeface="Arial" panose="020B0604020202020204" pitchFamily="34" charset="0"/>
              </a:rPr>
              <a:t>Non-Mini</a:t>
            </a:r>
          </a:p>
        </p:txBody>
      </p:sp>
      <p:sp>
        <p:nvSpPr>
          <p:cNvPr id="34" name="타원 33">
            <a:extLst>
              <a:ext uri="{FF2B5EF4-FFF2-40B4-BE49-F238E27FC236}">
                <a16:creationId xmlns:a16="http://schemas.microsoft.com/office/drawing/2014/main" id="{23338686-B65D-B130-982D-0507C86AAFDE}"/>
              </a:ext>
            </a:extLst>
          </p:cNvPr>
          <p:cNvSpPr/>
          <p:nvPr/>
        </p:nvSpPr>
        <p:spPr>
          <a:xfrm>
            <a:off x="3080988" y="5849442"/>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cxnSp>
        <p:nvCxnSpPr>
          <p:cNvPr id="52" name="직선 연결선 51">
            <a:extLst>
              <a:ext uri="{FF2B5EF4-FFF2-40B4-BE49-F238E27FC236}">
                <a16:creationId xmlns:a16="http://schemas.microsoft.com/office/drawing/2014/main" id="{F3395DE1-D334-5F46-9DEC-79C3CDAE437A}"/>
              </a:ext>
            </a:extLst>
          </p:cNvPr>
          <p:cNvCxnSpPr>
            <a:cxnSpLocks/>
            <a:stCxn id="589" idx="1"/>
          </p:cNvCxnSpPr>
          <p:nvPr/>
        </p:nvCxnSpPr>
        <p:spPr>
          <a:xfrm flipH="1">
            <a:off x="8688623" y="2752301"/>
            <a:ext cx="846993" cy="3861"/>
          </a:xfrm>
          <a:prstGeom prst="line">
            <a:avLst/>
          </a:prstGeom>
          <a:noFill/>
          <a:ln w="28575" cap="flat" cmpd="sng" algn="ctr">
            <a:solidFill>
              <a:srgbClr val="000000"/>
            </a:solidFill>
            <a:prstDash val="solid"/>
            <a:headEnd type="triangle"/>
            <a:tailEnd type="none"/>
          </a:ln>
          <a:effectLst/>
        </p:spPr>
      </p:cxnSp>
      <p:sp>
        <p:nvSpPr>
          <p:cNvPr id="54" name="타원 53">
            <a:extLst>
              <a:ext uri="{FF2B5EF4-FFF2-40B4-BE49-F238E27FC236}">
                <a16:creationId xmlns:a16="http://schemas.microsoft.com/office/drawing/2014/main" id="{BD977571-D3F7-E8C7-94A5-F4E114BE803A}"/>
              </a:ext>
            </a:extLst>
          </p:cNvPr>
          <p:cNvSpPr/>
          <p:nvPr/>
        </p:nvSpPr>
        <p:spPr>
          <a:xfrm>
            <a:off x="8892890" y="2655592"/>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95</a:t>
            </a:r>
            <a:endParaRPr lang="ko-KR" altLang="en-US" sz="1200" b="1" kern="0" dirty="0">
              <a:solidFill>
                <a:srgbClr val="FFFFFF"/>
              </a:solidFill>
            </a:endParaRPr>
          </a:p>
        </p:txBody>
      </p:sp>
      <p:cxnSp>
        <p:nvCxnSpPr>
          <p:cNvPr id="57" name="직선 연결선 56">
            <a:extLst>
              <a:ext uri="{FF2B5EF4-FFF2-40B4-BE49-F238E27FC236}">
                <a16:creationId xmlns:a16="http://schemas.microsoft.com/office/drawing/2014/main" id="{5345D47E-6320-2BC7-3DC9-A12C26372008}"/>
              </a:ext>
            </a:extLst>
          </p:cNvPr>
          <p:cNvCxnSpPr>
            <a:cxnSpLocks/>
          </p:cNvCxnSpPr>
          <p:nvPr/>
        </p:nvCxnSpPr>
        <p:spPr>
          <a:xfrm flipH="1" flipV="1">
            <a:off x="8688623" y="3104731"/>
            <a:ext cx="846997" cy="0"/>
          </a:xfrm>
          <a:prstGeom prst="line">
            <a:avLst/>
          </a:prstGeom>
          <a:noFill/>
          <a:ln w="28575" cap="flat" cmpd="sng" algn="ctr">
            <a:solidFill>
              <a:srgbClr val="000000"/>
            </a:solidFill>
            <a:prstDash val="solid"/>
            <a:headEnd type="triangle"/>
            <a:tailEnd type="none"/>
          </a:ln>
          <a:effectLst/>
        </p:spPr>
      </p:cxnSp>
      <p:sp>
        <p:nvSpPr>
          <p:cNvPr id="62" name="타원 61">
            <a:extLst>
              <a:ext uri="{FF2B5EF4-FFF2-40B4-BE49-F238E27FC236}">
                <a16:creationId xmlns:a16="http://schemas.microsoft.com/office/drawing/2014/main" id="{F14E19E2-F0C2-156F-300B-E40FBEA2E277}"/>
              </a:ext>
            </a:extLst>
          </p:cNvPr>
          <p:cNvSpPr/>
          <p:nvPr/>
        </p:nvSpPr>
        <p:spPr>
          <a:xfrm>
            <a:off x="8892890" y="3013329"/>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cxnSp>
        <p:nvCxnSpPr>
          <p:cNvPr id="458" name="직선 연결선 457">
            <a:extLst>
              <a:ext uri="{FF2B5EF4-FFF2-40B4-BE49-F238E27FC236}">
                <a16:creationId xmlns:a16="http://schemas.microsoft.com/office/drawing/2014/main" id="{DA6BE103-D456-9390-8091-6F4327225B1E}"/>
              </a:ext>
            </a:extLst>
          </p:cNvPr>
          <p:cNvCxnSpPr>
            <a:cxnSpLocks/>
            <a:stCxn id="494" idx="1"/>
            <a:endCxn id="600" idx="3"/>
          </p:cNvCxnSpPr>
          <p:nvPr/>
        </p:nvCxnSpPr>
        <p:spPr>
          <a:xfrm flipH="1" flipV="1">
            <a:off x="8700386" y="5883472"/>
            <a:ext cx="848073" cy="351615"/>
          </a:xfrm>
          <a:prstGeom prst="line">
            <a:avLst/>
          </a:prstGeom>
          <a:noFill/>
          <a:ln w="28575" cap="flat" cmpd="sng" algn="ctr">
            <a:solidFill>
              <a:srgbClr val="000000"/>
            </a:solidFill>
            <a:prstDash val="sysDash"/>
            <a:headEnd type="triangle"/>
            <a:tailEnd type="none"/>
          </a:ln>
          <a:effectLst/>
        </p:spPr>
      </p:cxnSp>
      <p:sp>
        <p:nvSpPr>
          <p:cNvPr id="460" name="타원 459">
            <a:extLst>
              <a:ext uri="{FF2B5EF4-FFF2-40B4-BE49-F238E27FC236}">
                <a16:creationId xmlns:a16="http://schemas.microsoft.com/office/drawing/2014/main" id="{521EB7EC-6773-E247-BCD0-B0A01267A468}"/>
              </a:ext>
            </a:extLst>
          </p:cNvPr>
          <p:cNvSpPr/>
          <p:nvPr/>
        </p:nvSpPr>
        <p:spPr>
          <a:xfrm>
            <a:off x="8892890" y="5893345"/>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sp>
        <p:nvSpPr>
          <p:cNvPr id="461" name="제목 1">
            <a:extLst>
              <a:ext uri="{FF2B5EF4-FFF2-40B4-BE49-F238E27FC236}">
                <a16:creationId xmlns:a16="http://schemas.microsoft.com/office/drawing/2014/main" id="{76D2EE6F-0515-A7EA-D636-7F5FF657A4E4}"/>
              </a:ext>
            </a:extLst>
          </p:cNvPr>
          <p:cNvSpPr txBox="1">
            <a:spLocks/>
          </p:cNvSpPr>
          <p:nvPr/>
        </p:nvSpPr>
        <p:spPr>
          <a:xfrm>
            <a:off x="9368932" y="5869838"/>
            <a:ext cx="753411"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JDM </a:t>
            </a:r>
            <a:r>
              <a:rPr kumimoji="1" lang="ko-KR" altLang="en-US" dirty="0">
                <a:solidFill>
                  <a:srgbClr val="008000"/>
                </a:solidFill>
              </a:rPr>
              <a:t>미운영국가</a:t>
            </a:r>
          </a:p>
        </p:txBody>
      </p:sp>
      <p:sp>
        <p:nvSpPr>
          <p:cNvPr id="55" name="Rectangle 3936">
            <a:extLst>
              <a:ext uri="{FF2B5EF4-FFF2-40B4-BE49-F238E27FC236}">
                <a16:creationId xmlns:a16="http://schemas.microsoft.com/office/drawing/2014/main" id="{25089C6F-03DC-C442-19B4-03B5D67FA6DD}"/>
              </a:ext>
            </a:extLst>
          </p:cNvPr>
          <p:cNvSpPr>
            <a:spLocks noChangeArrowheads="1"/>
          </p:cNvSpPr>
          <p:nvPr/>
        </p:nvSpPr>
        <p:spPr bwMode="auto">
          <a:xfrm>
            <a:off x="9535616" y="4422402"/>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Q8F</a:t>
            </a:r>
            <a:r>
              <a:rPr lang="en-US" altLang="ko-KR" sz="1000" b="1" kern="0" dirty="0">
                <a:solidFill>
                  <a:prstClr val="black"/>
                </a:solidFill>
                <a:cs typeface="Arial" panose="020B0604020202020204" pitchFamily="34" charset="0"/>
              </a:rPr>
              <a:t>(60Hz)</a:t>
            </a:r>
            <a:endParaRPr lang="en-US" altLang="ko-KR" sz="1200" b="1" kern="0" dirty="0">
              <a:solidFill>
                <a:prstClr val="black"/>
              </a:solidFill>
              <a:cs typeface="Arial" panose="020B0604020202020204" pitchFamily="34" charset="0"/>
            </a:endParaRPr>
          </a:p>
        </p:txBody>
      </p:sp>
      <p:sp>
        <p:nvSpPr>
          <p:cNvPr id="58" name="Text Box 4">
            <a:extLst>
              <a:ext uri="{FF2B5EF4-FFF2-40B4-BE49-F238E27FC236}">
                <a16:creationId xmlns:a16="http://schemas.microsoft.com/office/drawing/2014/main" id="{20FA1E02-6393-8D93-1F0C-08CDDB53BD88}"/>
              </a:ext>
            </a:extLst>
          </p:cNvPr>
          <p:cNvSpPr txBox="1">
            <a:spLocks noChangeArrowheads="1"/>
          </p:cNvSpPr>
          <p:nvPr/>
        </p:nvSpPr>
        <p:spPr bwMode="auto">
          <a:xfrm>
            <a:off x="10688591" y="4443153"/>
            <a:ext cx="158698"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400</a:t>
            </a:r>
          </a:p>
        </p:txBody>
      </p:sp>
      <p:sp>
        <p:nvSpPr>
          <p:cNvPr id="59" name="제목 1">
            <a:extLst>
              <a:ext uri="{FF2B5EF4-FFF2-40B4-BE49-F238E27FC236}">
                <a16:creationId xmlns:a16="http://schemas.microsoft.com/office/drawing/2014/main" id="{E36F9F4E-FE8C-C466-D64F-2EFDD28D182D}"/>
              </a:ext>
            </a:extLst>
          </p:cNvPr>
          <p:cNvSpPr txBox="1">
            <a:spLocks/>
          </p:cNvSpPr>
          <p:nvPr/>
        </p:nvSpPr>
        <p:spPr>
          <a:xfrm>
            <a:off x="11463718" y="4443153"/>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25.7</a:t>
            </a:r>
            <a:endParaRPr kumimoji="1" lang="ko-KR" altLang="en-US" dirty="0">
              <a:solidFill>
                <a:srgbClr val="008000"/>
              </a:solidFill>
            </a:endParaRPr>
          </a:p>
        </p:txBody>
      </p:sp>
      <p:cxnSp>
        <p:nvCxnSpPr>
          <p:cNvPr id="63" name="직선 연결선 62">
            <a:extLst>
              <a:ext uri="{FF2B5EF4-FFF2-40B4-BE49-F238E27FC236}">
                <a16:creationId xmlns:a16="http://schemas.microsoft.com/office/drawing/2014/main" id="{8AFACD83-364B-4E48-197C-090DCD942ECF}"/>
              </a:ext>
            </a:extLst>
          </p:cNvPr>
          <p:cNvCxnSpPr>
            <a:cxnSpLocks/>
          </p:cNvCxnSpPr>
          <p:nvPr/>
        </p:nvCxnSpPr>
        <p:spPr>
          <a:xfrm flipH="1">
            <a:off x="8707490" y="4512402"/>
            <a:ext cx="828130" cy="0"/>
          </a:xfrm>
          <a:prstGeom prst="line">
            <a:avLst/>
          </a:prstGeom>
          <a:noFill/>
          <a:ln w="28575" cap="flat" cmpd="sng" algn="ctr">
            <a:solidFill>
              <a:srgbClr val="000000"/>
            </a:solidFill>
            <a:prstDash val="solid"/>
            <a:headEnd type="triangle"/>
            <a:tailEnd type="none"/>
          </a:ln>
          <a:effectLst/>
        </p:spPr>
      </p:cxnSp>
      <p:sp>
        <p:nvSpPr>
          <p:cNvPr id="472" name="타원 471">
            <a:extLst>
              <a:ext uri="{FF2B5EF4-FFF2-40B4-BE49-F238E27FC236}">
                <a16:creationId xmlns:a16="http://schemas.microsoft.com/office/drawing/2014/main" id="{0A0B6BC8-7AC4-CC0C-6823-95AD8B2F638B}"/>
              </a:ext>
            </a:extLst>
          </p:cNvPr>
          <p:cNvSpPr/>
          <p:nvPr/>
        </p:nvSpPr>
        <p:spPr>
          <a:xfrm>
            <a:off x="8892890" y="4422402"/>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r>
              <a:rPr lang="en-US" altLang="ko-KR" sz="1200" b="1" kern="0" dirty="0">
                <a:solidFill>
                  <a:srgbClr val="FFFFFF"/>
                </a:solidFill>
              </a:rPr>
              <a:t>100</a:t>
            </a:r>
            <a:endParaRPr lang="ko-KR" altLang="en-US" sz="1200" b="1" kern="0" dirty="0">
              <a:solidFill>
                <a:srgbClr val="FFFFFF"/>
              </a:solidFill>
            </a:endParaRPr>
          </a:p>
        </p:txBody>
      </p:sp>
      <p:sp>
        <p:nvSpPr>
          <p:cNvPr id="474" name="Rectangle 3936">
            <a:extLst>
              <a:ext uri="{FF2B5EF4-FFF2-40B4-BE49-F238E27FC236}">
                <a16:creationId xmlns:a16="http://schemas.microsoft.com/office/drawing/2014/main" id="{7734C644-8E7B-FD87-392B-BE479A326B47}"/>
              </a:ext>
            </a:extLst>
          </p:cNvPr>
          <p:cNvSpPr>
            <a:spLocks noChangeArrowheads="1"/>
          </p:cNvSpPr>
          <p:nvPr/>
        </p:nvSpPr>
        <p:spPr bwMode="auto">
          <a:xfrm>
            <a:off x="9535616" y="4106099"/>
            <a:ext cx="702000" cy="180000"/>
          </a:xfrm>
          <a:prstGeom prst="rect">
            <a:avLst/>
          </a:prstGeom>
          <a:solidFill>
            <a:srgbClr val="000000">
              <a:lumMod val="50000"/>
              <a:lumOff val="50000"/>
            </a:srgbClr>
          </a:solidFill>
          <a:ln w="3175" algn="ctr">
            <a:solidFill>
              <a:srgbClr val="231F20"/>
            </a:solidFill>
            <a:miter lim="800000"/>
            <a:headEnd/>
            <a:tailEnd/>
          </a:ln>
          <a:effectLst>
            <a:outerShdw blurRad="25400" dist="25400" dir="2700000" algn="tl" rotWithShape="0">
              <a:schemeClr val="bg1">
                <a:lumMod val="50000"/>
                <a:alpha val="49000"/>
              </a:schemeClr>
            </a:outerShdw>
          </a:effectLst>
        </p:spPr>
        <p:txBody>
          <a:bodyPr wrap="none" lIns="26928" tIns="26928" rIns="26928" bIns="26928" anchor="ctr"/>
          <a:lstStyle/>
          <a:p>
            <a:pPr algn="ctr" defTabSz="914290" fontAlgn="base" latinLnBrk="0">
              <a:spcBef>
                <a:spcPct val="0"/>
              </a:spcBef>
              <a:spcAft>
                <a:spcPct val="0"/>
              </a:spcAft>
            </a:pPr>
            <a:r>
              <a:rPr kumimoji="1" lang="en-US" altLang="ko-KR" sz="1200" b="1" kern="0" dirty="0">
                <a:solidFill>
                  <a:srgbClr val="FFFFFF"/>
                </a:solidFill>
                <a:cs typeface="Arial" panose="020B0604020202020204" pitchFamily="34" charset="0"/>
              </a:rPr>
              <a:t>QN70F</a:t>
            </a:r>
          </a:p>
        </p:txBody>
      </p:sp>
      <p:sp>
        <p:nvSpPr>
          <p:cNvPr id="475" name="Rectangle 3936">
            <a:extLst>
              <a:ext uri="{FF2B5EF4-FFF2-40B4-BE49-F238E27FC236}">
                <a16:creationId xmlns:a16="http://schemas.microsoft.com/office/drawing/2014/main" id="{88B119A8-BA4C-8B50-C115-7119C257B212}"/>
              </a:ext>
            </a:extLst>
          </p:cNvPr>
          <p:cNvSpPr>
            <a:spLocks noChangeArrowheads="1"/>
          </p:cNvSpPr>
          <p:nvPr/>
        </p:nvSpPr>
        <p:spPr bwMode="auto">
          <a:xfrm>
            <a:off x="7997179" y="4127757"/>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QNED85</a:t>
            </a:r>
          </a:p>
        </p:txBody>
      </p:sp>
      <p:cxnSp>
        <p:nvCxnSpPr>
          <p:cNvPr id="481" name="직선 연결선 480">
            <a:extLst>
              <a:ext uri="{FF2B5EF4-FFF2-40B4-BE49-F238E27FC236}">
                <a16:creationId xmlns:a16="http://schemas.microsoft.com/office/drawing/2014/main" id="{9272B95A-6996-9580-522E-524170729AB3}"/>
              </a:ext>
            </a:extLst>
          </p:cNvPr>
          <p:cNvCxnSpPr>
            <a:cxnSpLocks/>
          </p:cNvCxnSpPr>
          <p:nvPr/>
        </p:nvCxnSpPr>
        <p:spPr>
          <a:xfrm flipH="1">
            <a:off x="8700386" y="4217757"/>
            <a:ext cx="835234" cy="0"/>
          </a:xfrm>
          <a:prstGeom prst="line">
            <a:avLst/>
          </a:prstGeom>
          <a:noFill/>
          <a:ln w="28575" cap="flat" cmpd="sng" algn="ctr">
            <a:solidFill>
              <a:srgbClr val="000000"/>
            </a:solidFill>
            <a:prstDash val="solid"/>
            <a:headEnd type="triangle"/>
            <a:tailEnd type="none"/>
          </a:ln>
          <a:effectLst/>
        </p:spPr>
      </p:cxnSp>
      <p:sp>
        <p:nvSpPr>
          <p:cNvPr id="482" name="타원 481">
            <a:extLst>
              <a:ext uri="{FF2B5EF4-FFF2-40B4-BE49-F238E27FC236}">
                <a16:creationId xmlns:a16="http://schemas.microsoft.com/office/drawing/2014/main" id="{08910236-DB0B-FED8-F11C-18CA43A7AC65}"/>
              </a:ext>
            </a:extLst>
          </p:cNvPr>
          <p:cNvSpPr/>
          <p:nvPr/>
        </p:nvSpPr>
        <p:spPr>
          <a:xfrm>
            <a:off x="8892890" y="4127757"/>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defRPr/>
            </a:pPr>
            <a:r>
              <a:rPr lang="en-US" altLang="ko-KR" sz="1200" b="1" kern="0" dirty="0">
                <a:solidFill>
                  <a:srgbClr val="FFFFFF"/>
                </a:solidFill>
              </a:rPr>
              <a:t>100</a:t>
            </a:r>
            <a:endParaRPr lang="ko-KR" altLang="en-US" sz="1200" b="1" kern="0" dirty="0">
              <a:solidFill>
                <a:srgbClr val="FFFFFF"/>
              </a:solidFill>
            </a:endParaRPr>
          </a:p>
        </p:txBody>
      </p:sp>
      <p:sp>
        <p:nvSpPr>
          <p:cNvPr id="485" name="Text Box 4">
            <a:extLst>
              <a:ext uri="{FF2B5EF4-FFF2-40B4-BE49-F238E27FC236}">
                <a16:creationId xmlns:a16="http://schemas.microsoft.com/office/drawing/2014/main" id="{396AE204-18AD-2C45-EC8F-2C47B507075A}"/>
              </a:ext>
            </a:extLst>
          </p:cNvPr>
          <p:cNvSpPr txBox="1">
            <a:spLocks noChangeArrowheads="1"/>
          </p:cNvSpPr>
          <p:nvPr/>
        </p:nvSpPr>
        <p:spPr bwMode="auto">
          <a:xfrm>
            <a:off x="6715657" y="4148508"/>
            <a:ext cx="394339"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800 / 500</a:t>
            </a:r>
            <a:endParaRPr kumimoji="1" lang="en-US" altLang="ko-KR" baseline="30000" dirty="0">
              <a:solidFill>
                <a:srgbClr val="008000"/>
              </a:solidFill>
            </a:endParaRPr>
          </a:p>
        </p:txBody>
      </p:sp>
      <p:sp>
        <p:nvSpPr>
          <p:cNvPr id="486" name="제목 1">
            <a:extLst>
              <a:ext uri="{FF2B5EF4-FFF2-40B4-BE49-F238E27FC236}">
                <a16:creationId xmlns:a16="http://schemas.microsoft.com/office/drawing/2014/main" id="{2BAEE8F2-A85D-B85D-4121-1A509AC7E808}"/>
              </a:ext>
            </a:extLst>
          </p:cNvPr>
          <p:cNvSpPr txBox="1">
            <a:spLocks/>
          </p:cNvSpPr>
          <p:nvPr/>
        </p:nvSpPr>
        <p:spPr>
          <a:xfrm>
            <a:off x="7622830" y="4148508"/>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29.7</a:t>
            </a:r>
            <a:endParaRPr kumimoji="1" lang="ko-KR" altLang="en-US" dirty="0">
              <a:solidFill>
                <a:srgbClr val="008000"/>
              </a:solidFill>
            </a:endParaRPr>
          </a:p>
        </p:txBody>
      </p:sp>
      <p:sp>
        <p:nvSpPr>
          <p:cNvPr id="487" name="Text Box 4">
            <a:extLst>
              <a:ext uri="{FF2B5EF4-FFF2-40B4-BE49-F238E27FC236}">
                <a16:creationId xmlns:a16="http://schemas.microsoft.com/office/drawing/2014/main" id="{9BBDD5F2-BC45-A1A8-82F5-89D315E71C46}"/>
              </a:ext>
            </a:extLst>
          </p:cNvPr>
          <p:cNvSpPr txBox="1">
            <a:spLocks noChangeArrowheads="1"/>
          </p:cNvSpPr>
          <p:nvPr/>
        </p:nvSpPr>
        <p:spPr bwMode="auto">
          <a:xfrm>
            <a:off x="10570770" y="4126850"/>
            <a:ext cx="394340"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800 / 600</a:t>
            </a:r>
          </a:p>
        </p:txBody>
      </p:sp>
      <p:sp>
        <p:nvSpPr>
          <p:cNvPr id="490" name="제목 1">
            <a:extLst>
              <a:ext uri="{FF2B5EF4-FFF2-40B4-BE49-F238E27FC236}">
                <a16:creationId xmlns:a16="http://schemas.microsoft.com/office/drawing/2014/main" id="{670466DD-5145-4E69-A10F-5ACFA8E329AD}"/>
              </a:ext>
            </a:extLst>
          </p:cNvPr>
          <p:cNvSpPr txBox="1">
            <a:spLocks/>
          </p:cNvSpPr>
          <p:nvPr/>
        </p:nvSpPr>
        <p:spPr>
          <a:xfrm>
            <a:off x="11463718" y="4126850"/>
            <a:ext cx="18434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25.7</a:t>
            </a:r>
            <a:endParaRPr kumimoji="1" lang="ko-KR" altLang="en-US" dirty="0">
              <a:solidFill>
                <a:srgbClr val="008000"/>
              </a:solidFill>
            </a:endParaRPr>
          </a:p>
        </p:txBody>
      </p:sp>
      <p:sp>
        <p:nvSpPr>
          <p:cNvPr id="497" name="직사각형 496">
            <a:extLst>
              <a:ext uri="{FF2B5EF4-FFF2-40B4-BE49-F238E27FC236}">
                <a16:creationId xmlns:a16="http://schemas.microsoft.com/office/drawing/2014/main" id="{7DFB66B3-9AAF-C9CA-9939-B4486F75B523}"/>
              </a:ext>
            </a:extLst>
          </p:cNvPr>
          <p:cNvSpPr/>
          <p:nvPr/>
        </p:nvSpPr>
        <p:spPr>
          <a:xfrm>
            <a:off x="6516367" y="3291989"/>
            <a:ext cx="5294633" cy="632330"/>
          </a:xfrm>
          <a:prstGeom prst="rect">
            <a:avLst/>
          </a:prstGeom>
          <a:ln w="6350">
            <a:solidFill>
              <a:srgbClr val="FF0000"/>
            </a:solidFill>
          </a:ln>
        </p:spPr>
        <p:txBody>
          <a:bodyPr wrap="square" lIns="0" tIns="0" rIns="0" bIns="0" rtlCol="0" anchor="ctr">
            <a:spAutoFit/>
          </a:bodyPr>
          <a:lstStyle/>
          <a:p>
            <a:pPr algn="ctr"/>
            <a:endParaRPr lang="ko-KR" altLang="en-US" sz="900" dirty="0">
              <a:ln>
                <a:solidFill>
                  <a:sysClr val="windowText" lastClr="000000">
                    <a:alpha val="0"/>
                  </a:sysClr>
                </a:solidFill>
              </a:ln>
              <a:solidFill>
                <a:srgbClr val="006600"/>
              </a:solidFill>
            </a:endParaRPr>
          </a:p>
        </p:txBody>
      </p:sp>
      <p:sp>
        <p:nvSpPr>
          <p:cNvPr id="498" name="직사각형 497">
            <a:extLst>
              <a:ext uri="{FF2B5EF4-FFF2-40B4-BE49-F238E27FC236}">
                <a16:creationId xmlns:a16="http://schemas.microsoft.com/office/drawing/2014/main" id="{1357C749-4A27-AA3D-B351-EED1140BDA2D}"/>
              </a:ext>
            </a:extLst>
          </p:cNvPr>
          <p:cNvSpPr/>
          <p:nvPr/>
        </p:nvSpPr>
        <p:spPr>
          <a:xfrm>
            <a:off x="6516367" y="4037740"/>
            <a:ext cx="5294633" cy="632330"/>
          </a:xfrm>
          <a:prstGeom prst="rect">
            <a:avLst/>
          </a:prstGeom>
          <a:ln w="6350">
            <a:solidFill>
              <a:srgbClr val="FF0000"/>
            </a:solidFill>
          </a:ln>
        </p:spPr>
        <p:txBody>
          <a:bodyPr wrap="square" lIns="0" tIns="0" rIns="0" bIns="0" rtlCol="0" anchor="ctr">
            <a:spAutoFit/>
          </a:bodyPr>
          <a:lstStyle/>
          <a:p>
            <a:pPr algn="ctr"/>
            <a:endParaRPr lang="ko-KR" altLang="en-US" sz="900" dirty="0">
              <a:ln>
                <a:solidFill>
                  <a:sysClr val="windowText" lastClr="000000">
                    <a:alpha val="0"/>
                  </a:sysClr>
                </a:solidFill>
              </a:ln>
              <a:solidFill>
                <a:srgbClr val="006600"/>
              </a:solidFill>
            </a:endParaRPr>
          </a:p>
        </p:txBody>
      </p:sp>
      <p:sp>
        <p:nvSpPr>
          <p:cNvPr id="499" name="제목 8">
            <a:extLst>
              <a:ext uri="{FF2B5EF4-FFF2-40B4-BE49-F238E27FC236}">
                <a16:creationId xmlns:a16="http://schemas.microsoft.com/office/drawing/2014/main" id="{B91E48F1-D263-D2A0-E819-3101A3CDAE9B}"/>
              </a:ext>
            </a:extLst>
          </p:cNvPr>
          <p:cNvSpPr txBox="1">
            <a:spLocks/>
          </p:cNvSpPr>
          <p:nvPr/>
        </p:nvSpPr>
        <p:spPr>
          <a:xfrm>
            <a:off x="6336233" y="3231467"/>
            <a:ext cx="830356" cy="161583"/>
          </a:xfrm>
          <a:prstGeom prst="rect">
            <a:avLst/>
          </a:prstGeom>
          <a:solidFill>
            <a:schemeClr val="bg1">
              <a:lumMod val="85000"/>
            </a:schemeClr>
          </a:solidFill>
        </p:spPr>
        <p:txBody>
          <a:bodyPr wrap="none" lIns="0" tIns="0" rIns="0" bIns="0" anchor="ctr" anchorCtr="0">
            <a:spAutoFit/>
          </a:bodyPr>
          <a:lst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a:lstStyle>
          <a:p>
            <a:pPr eaLnBrk="1" fontAlgn="auto" hangingPunct="1">
              <a:spcBef>
                <a:spcPts val="0"/>
              </a:spcBef>
              <a:spcAft>
                <a:spcPts val="0"/>
              </a:spcAft>
            </a:pPr>
            <a:r>
              <a:rPr lang="en-US" altLang="ko-KR" sz="1050" dirty="0">
                <a:solidFill>
                  <a:prstClr val="black"/>
                </a:solidFill>
                <a:sym typeface="Arial Narrow"/>
              </a:rPr>
              <a:t>Q8F 120Hz </a:t>
            </a:r>
            <a:r>
              <a:rPr lang="ko-KR" altLang="en-US" sz="1050" dirty="0">
                <a:solidFill>
                  <a:prstClr val="black"/>
                </a:solidFill>
                <a:sym typeface="Arial Narrow"/>
              </a:rPr>
              <a:t>국가</a:t>
            </a:r>
            <a:endParaRPr kumimoji="0" lang="ko-KR" altLang="en-US" sz="1050" b="0" dirty="0">
              <a:solidFill>
                <a:prstClr val="black"/>
              </a:solidFill>
              <a:cs typeface="Arial" pitchFamily="34" charset="0"/>
              <a:sym typeface="Arial Narrow"/>
            </a:endParaRPr>
          </a:p>
        </p:txBody>
      </p:sp>
      <p:sp>
        <p:nvSpPr>
          <p:cNvPr id="500" name="Text Box 4">
            <a:extLst>
              <a:ext uri="{FF2B5EF4-FFF2-40B4-BE49-F238E27FC236}">
                <a16:creationId xmlns:a16="http://schemas.microsoft.com/office/drawing/2014/main" id="{565B7060-F5A3-38D8-36E1-6E861BB83F0C}"/>
              </a:ext>
            </a:extLst>
          </p:cNvPr>
          <p:cNvSpPr txBox="1">
            <a:spLocks noChangeArrowheads="1"/>
          </p:cNvSpPr>
          <p:nvPr/>
        </p:nvSpPr>
        <p:spPr bwMode="auto">
          <a:xfrm>
            <a:off x="6698879" y="3704279"/>
            <a:ext cx="394339"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480 / 320</a:t>
            </a:r>
            <a:endParaRPr kumimoji="1" lang="ko-KR" altLang="en-US" dirty="0">
              <a:solidFill>
                <a:srgbClr val="008000"/>
              </a:solidFill>
            </a:endParaRPr>
          </a:p>
        </p:txBody>
      </p:sp>
      <p:sp>
        <p:nvSpPr>
          <p:cNvPr id="501" name="제목 1">
            <a:extLst>
              <a:ext uri="{FF2B5EF4-FFF2-40B4-BE49-F238E27FC236}">
                <a16:creationId xmlns:a16="http://schemas.microsoft.com/office/drawing/2014/main" id="{92CDD5B8-A05B-5146-6798-24AD68211598}"/>
              </a:ext>
            </a:extLst>
          </p:cNvPr>
          <p:cNvSpPr txBox="1">
            <a:spLocks/>
          </p:cNvSpPr>
          <p:nvPr/>
        </p:nvSpPr>
        <p:spPr>
          <a:xfrm>
            <a:off x="7475407" y="3704279"/>
            <a:ext cx="445636" cy="138499"/>
          </a:xfrm>
          <a:prstGeom prst="rect">
            <a:avLst/>
          </a:prstGeom>
          <a:noFill/>
        </p:spPr>
        <p:txBody>
          <a:bodyPr wrap="none" lIns="0" tIns="0" rIns="0" bIns="0" rtlCol="0" anchor="ctr" anchorCtr="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49.9 / 29.7</a:t>
            </a:r>
            <a:endParaRPr kumimoji="1" lang="ko-KR" altLang="en-US" dirty="0">
              <a:solidFill>
                <a:srgbClr val="008000"/>
              </a:solidFill>
            </a:endParaRPr>
          </a:p>
        </p:txBody>
      </p:sp>
      <p:sp>
        <p:nvSpPr>
          <p:cNvPr id="502" name="Rectangle 3936">
            <a:extLst>
              <a:ext uri="{FF2B5EF4-FFF2-40B4-BE49-F238E27FC236}">
                <a16:creationId xmlns:a16="http://schemas.microsoft.com/office/drawing/2014/main" id="{D8A7B40A-5646-7341-BBB2-A4DD8D59E272}"/>
              </a:ext>
            </a:extLst>
          </p:cNvPr>
          <p:cNvSpPr>
            <a:spLocks noChangeArrowheads="1"/>
          </p:cNvSpPr>
          <p:nvPr/>
        </p:nvSpPr>
        <p:spPr bwMode="auto">
          <a:xfrm>
            <a:off x="7997179" y="3683528"/>
            <a:ext cx="702000" cy="180000"/>
          </a:xfrm>
          <a:prstGeom prst="rect">
            <a:avLst/>
          </a:prstGeom>
          <a:solidFill>
            <a:srgbClr val="FFFFFF">
              <a:lumMod val="85000"/>
            </a:srgbClr>
          </a:solidFill>
          <a:ln w="6350">
            <a:solidFill>
              <a:srgbClr val="FFFFFF">
                <a:lumMod val="65000"/>
              </a:srgbClr>
            </a:solidFill>
            <a:miter lim="800000"/>
            <a:headEnd/>
            <a:tailEnd/>
          </a:ln>
          <a:effectLst>
            <a:outerShdw blurRad="25400" dist="25400" dir="2700000" algn="tl" rotWithShape="0">
              <a:schemeClr val="bg1">
                <a:lumMod val="50000"/>
                <a:alpha val="49000"/>
              </a:schemeClr>
            </a:outerShdw>
          </a:effectLst>
        </p:spPr>
        <p:txBody>
          <a:bodyPr wrap="none" anchor="ctr"/>
          <a:lstStyle/>
          <a:p>
            <a:pPr algn="ctr" latinLnBrk="0"/>
            <a:r>
              <a:rPr lang="en-US" altLang="ko-KR" sz="1200" b="1" kern="0" dirty="0">
                <a:solidFill>
                  <a:prstClr val="black"/>
                </a:solidFill>
                <a:cs typeface="Arial" panose="020B0604020202020204" pitchFamily="34" charset="0"/>
              </a:rPr>
              <a:t>QNED82/80</a:t>
            </a:r>
          </a:p>
        </p:txBody>
      </p:sp>
      <p:cxnSp>
        <p:nvCxnSpPr>
          <p:cNvPr id="504" name="직선 연결선 503">
            <a:extLst>
              <a:ext uri="{FF2B5EF4-FFF2-40B4-BE49-F238E27FC236}">
                <a16:creationId xmlns:a16="http://schemas.microsoft.com/office/drawing/2014/main" id="{8C310B88-8002-D7B2-928D-EAC9DFF75E2E}"/>
              </a:ext>
            </a:extLst>
          </p:cNvPr>
          <p:cNvCxnSpPr>
            <a:cxnSpLocks/>
          </p:cNvCxnSpPr>
          <p:nvPr/>
        </p:nvCxnSpPr>
        <p:spPr>
          <a:xfrm flipH="1">
            <a:off x="8700420" y="3773528"/>
            <a:ext cx="835200" cy="0"/>
          </a:xfrm>
          <a:prstGeom prst="line">
            <a:avLst/>
          </a:prstGeom>
          <a:noFill/>
          <a:ln w="28575" cap="flat" cmpd="sng" algn="ctr">
            <a:solidFill>
              <a:srgbClr val="000000"/>
            </a:solidFill>
            <a:prstDash val="solid"/>
            <a:headEnd type="triangle"/>
            <a:tailEnd type="none"/>
          </a:ln>
          <a:effectLst/>
        </p:spPr>
      </p:cxnSp>
      <p:sp>
        <p:nvSpPr>
          <p:cNvPr id="505" name="타원 504">
            <a:extLst>
              <a:ext uri="{FF2B5EF4-FFF2-40B4-BE49-F238E27FC236}">
                <a16:creationId xmlns:a16="http://schemas.microsoft.com/office/drawing/2014/main" id="{00C05A67-A4F1-6C5C-BD67-16F21C729B6D}"/>
              </a:ext>
            </a:extLst>
          </p:cNvPr>
          <p:cNvSpPr/>
          <p:nvPr/>
        </p:nvSpPr>
        <p:spPr>
          <a:xfrm>
            <a:off x="8892890" y="3683528"/>
            <a:ext cx="406038" cy="180000"/>
          </a:xfrm>
          <a:prstGeom prst="ellipse">
            <a:avLst/>
          </a:prstGeom>
          <a:solidFill>
            <a:schemeClr val="tx1"/>
          </a:solidFill>
          <a:ln w="3175" cap="flat" cmpd="sng" algn="ctr">
            <a:solidFill>
              <a:srgbClr val="000000"/>
            </a:solidFill>
            <a:prstDash val="solid"/>
          </a:ln>
          <a:effectLst/>
        </p:spPr>
        <p:txBody>
          <a:bodyPr wrap="none" rtlCol="0" anchor="ctr"/>
          <a:lstStyle/>
          <a:p>
            <a:pPr algn="ctr" latinLnBrk="0"/>
            <a:r>
              <a:rPr lang="en-US" altLang="ko-KR" sz="1200" b="1" kern="0" dirty="0">
                <a:solidFill>
                  <a:srgbClr val="FFFFFF"/>
                </a:solidFill>
              </a:rPr>
              <a:t>90</a:t>
            </a:r>
            <a:endParaRPr lang="ko-KR" altLang="en-US" sz="1200" b="1" kern="0" dirty="0">
              <a:solidFill>
                <a:srgbClr val="FFFFFF"/>
              </a:solidFill>
            </a:endParaRPr>
          </a:p>
        </p:txBody>
      </p:sp>
      <p:sp>
        <p:nvSpPr>
          <p:cNvPr id="506" name="제목 8">
            <a:extLst>
              <a:ext uri="{FF2B5EF4-FFF2-40B4-BE49-F238E27FC236}">
                <a16:creationId xmlns:a16="http://schemas.microsoft.com/office/drawing/2014/main" id="{AB5ED2BD-8C0E-D114-7C13-C4BA86205CE9}"/>
              </a:ext>
            </a:extLst>
          </p:cNvPr>
          <p:cNvSpPr txBox="1">
            <a:spLocks/>
          </p:cNvSpPr>
          <p:nvPr/>
        </p:nvSpPr>
        <p:spPr>
          <a:xfrm>
            <a:off x="6341532" y="3959242"/>
            <a:ext cx="769441" cy="161583"/>
          </a:xfrm>
          <a:prstGeom prst="rect">
            <a:avLst/>
          </a:prstGeom>
          <a:solidFill>
            <a:schemeClr val="bg1">
              <a:lumMod val="85000"/>
            </a:schemeClr>
          </a:solidFill>
        </p:spPr>
        <p:txBody>
          <a:bodyPr wrap="none" lIns="0" tIns="0" rIns="0" bIns="0" anchor="ctr" anchorCtr="0">
            <a:spAutoFit/>
          </a:bodyPr>
          <a:lstStyle>
            <a:lvl1pPr algn="l" rtl="0" eaLnBrk="0" fontAlgn="base" latinLnBrk="1" hangingPunct="0">
              <a:spcBef>
                <a:spcPct val="0"/>
              </a:spcBef>
              <a:spcAft>
                <a:spcPct val="0"/>
              </a:spcAft>
              <a:defRPr kumimoji="1" sz="2000" b="1">
                <a:solidFill>
                  <a:schemeClr val="tx2"/>
                </a:solidFill>
                <a:latin typeface="+mj-lt"/>
                <a:ea typeface="+mj-ea"/>
                <a:cs typeface="+mj-cs"/>
              </a:defRPr>
            </a:lvl1pPr>
            <a:lvl2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2pPr>
            <a:lvl3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3pPr>
            <a:lvl4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4pPr>
            <a:lvl5pPr algn="l" rtl="0" eaLnBrk="0" fontAlgn="base" latinLnBrk="1" hangingPunct="0">
              <a:spcBef>
                <a:spcPct val="0"/>
              </a:spcBef>
              <a:spcAft>
                <a:spcPct val="0"/>
              </a:spcAft>
              <a:defRPr kumimoji="1" sz="2000" b="1">
                <a:solidFill>
                  <a:schemeClr val="tx2"/>
                </a:solidFill>
                <a:latin typeface="굴림" pitchFamily="50" charset="-127"/>
                <a:ea typeface="굴림" pitchFamily="50" charset="-127"/>
              </a:defRPr>
            </a:lvl5pPr>
            <a:lvl6pPr marL="457200" algn="l" rtl="0" fontAlgn="base" latinLnBrk="1">
              <a:spcBef>
                <a:spcPct val="0"/>
              </a:spcBef>
              <a:spcAft>
                <a:spcPct val="0"/>
              </a:spcAft>
              <a:defRPr kumimoji="1" sz="2000" b="1">
                <a:solidFill>
                  <a:schemeClr val="tx2"/>
                </a:solidFill>
                <a:latin typeface="굴림" pitchFamily="50" charset="-127"/>
                <a:ea typeface="굴림" pitchFamily="50" charset="-127"/>
              </a:defRPr>
            </a:lvl6pPr>
            <a:lvl7pPr marL="914400" algn="l" rtl="0" fontAlgn="base" latinLnBrk="1">
              <a:spcBef>
                <a:spcPct val="0"/>
              </a:spcBef>
              <a:spcAft>
                <a:spcPct val="0"/>
              </a:spcAft>
              <a:defRPr kumimoji="1" sz="2000" b="1">
                <a:solidFill>
                  <a:schemeClr val="tx2"/>
                </a:solidFill>
                <a:latin typeface="굴림" pitchFamily="50" charset="-127"/>
                <a:ea typeface="굴림" pitchFamily="50" charset="-127"/>
              </a:defRPr>
            </a:lvl7pPr>
            <a:lvl8pPr marL="1371600" algn="l" rtl="0" fontAlgn="base" latinLnBrk="1">
              <a:spcBef>
                <a:spcPct val="0"/>
              </a:spcBef>
              <a:spcAft>
                <a:spcPct val="0"/>
              </a:spcAft>
              <a:defRPr kumimoji="1" sz="2000" b="1">
                <a:solidFill>
                  <a:schemeClr val="tx2"/>
                </a:solidFill>
                <a:latin typeface="굴림" pitchFamily="50" charset="-127"/>
                <a:ea typeface="굴림" pitchFamily="50" charset="-127"/>
              </a:defRPr>
            </a:lvl8pPr>
            <a:lvl9pPr marL="1828800" algn="l" rtl="0" fontAlgn="base" latinLnBrk="1">
              <a:spcBef>
                <a:spcPct val="0"/>
              </a:spcBef>
              <a:spcAft>
                <a:spcPct val="0"/>
              </a:spcAft>
              <a:defRPr kumimoji="1" sz="2000" b="1">
                <a:solidFill>
                  <a:schemeClr val="tx2"/>
                </a:solidFill>
                <a:latin typeface="굴림" pitchFamily="50" charset="-127"/>
                <a:ea typeface="굴림" pitchFamily="50" charset="-127"/>
              </a:defRPr>
            </a:lvl9pPr>
          </a:lstStyle>
          <a:p>
            <a:pPr eaLnBrk="1" fontAlgn="auto" hangingPunct="1">
              <a:spcBef>
                <a:spcPts val="0"/>
              </a:spcBef>
              <a:spcAft>
                <a:spcPts val="0"/>
              </a:spcAft>
            </a:pPr>
            <a:r>
              <a:rPr lang="en-US" altLang="ko-KR" sz="1050" dirty="0">
                <a:solidFill>
                  <a:prstClr val="black"/>
                </a:solidFill>
                <a:sym typeface="Arial Narrow"/>
              </a:rPr>
              <a:t>Q8F 60Hz </a:t>
            </a:r>
            <a:r>
              <a:rPr lang="ko-KR" altLang="en-US" sz="1050" dirty="0">
                <a:solidFill>
                  <a:prstClr val="black"/>
                </a:solidFill>
                <a:sym typeface="Arial Narrow"/>
              </a:rPr>
              <a:t>국가</a:t>
            </a:r>
            <a:endParaRPr kumimoji="0" lang="ko-KR" altLang="en-US" sz="1050" b="0" dirty="0">
              <a:solidFill>
                <a:prstClr val="black"/>
              </a:solidFill>
              <a:cs typeface="Arial" pitchFamily="34" charset="0"/>
              <a:sym typeface="Arial Narrow"/>
            </a:endParaRPr>
          </a:p>
        </p:txBody>
      </p:sp>
      <p:sp>
        <p:nvSpPr>
          <p:cNvPr id="252" name="TextBox 251">
            <a:extLst>
              <a:ext uri="{FF2B5EF4-FFF2-40B4-BE49-F238E27FC236}">
                <a16:creationId xmlns:a16="http://schemas.microsoft.com/office/drawing/2014/main" id="{BBF158DA-000C-E94B-2C82-E835C4B24D7C}"/>
              </a:ext>
            </a:extLst>
          </p:cNvPr>
          <p:cNvSpPr txBox="1"/>
          <p:nvPr/>
        </p:nvSpPr>
        <p:spPr>
          <a:xfrm>
            <a:off x="7500115" y="5391005"/>
            <a:ext cx="107402" cy="107722"/>
          </a:xfrm>
          <a:prstGeom prst="rect">
            <a:avLst/>
          </a:prstGeom>
          <a:noFill/>
        </p:spPr>
        <p:txBody>
          <a:bodyPr wrap="none" lIns="0" tIns="0" rIns="0" bIns="0" rtlCol="0" anchor="ctr" anchorCtr="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algn="ctr" fontAlgn="base">
              <a:spcBef>
                <a:spcPts val="600"/>
              </a:spcBef>
              <a:spcAft>
                <a:spcPct val="0"/>
              </a:spcAft>
              <a:tabLst>
                <a:tab pos="85727" algn="l"/>
              </a:tabLst>
            </a:pPr>
            <a:r>
              <a:rPr kumimoji="1" lang="en-US" altLang="ko-KR" sz="700" dirty="0">
                <a:solidFill>
                  <a:srgbClr val="808080"/>
                </a:solidFill>
                <a:latin typeface="Arial Narrow"/>
                <a:ea typeface="LG스마트체 Regular"/>
                <a:cs typeface="Arial" panose="020B0604020202020204" pitchFamily="34" charset="0"/>
              </a:rPr>
              <a:t>75”</a:t>
            </a:r>
          </a:p>
        </p:txBody>
      </p:sp>
      <p:sp>
        <p:nvSpPr>
          <p:cNvPr id="263" name="Text Box 4">
            <a:extLst>
              <a:ext uri="{FF2B5EF4-FFF2-40B4-BE49-F238E27FC236}">
                <a16:creationId xmlns:a16="http://schemas.microsoft.com/office/drawing/2014/main" id="{E83DA33D-BEC9-7825-67E9-3FEDD0ABBA22}"/>
              </a:ext>
            </a:extLst>
          </p:cNvPr>
          <p:cNvSpPr txBox="1">
            <a:spLocks noChangeArrowheads="1"/>
          </p:cNvSpPr>
          <p:nvPr/>
        </p:nvSpPr>
        <p:spPr bwMode="auto">
          <a:xfrm>
            <a:off x="4710835" y="3291043"/>
            <a:ext cx="472885"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1,001 / 644</a:t>
            </a:r>
          </a:p>
        </p:txBody>
      </p:sp>
      <p:sp>
        <p:nvSpPr>
          <p:cNvPr id="266" name="Text Box 4">
            <a:extLst>
              <a:ext uri="{FF2B5EF4-FFF2-40B4-BE49-F238E27FC236}">
                <a16:creationId xmlns:a16="http://schemas.microsoft.com/office/drawing/2014/main" id="{7E915D37-A330-AC86-FA7C-A0B1861D1511}"/>
              </a:ext>
            </a:extLst>
          </p:cNvPr>
          <p:cNvSpPr txBox="1">
            <a:spLocks noChangeArrowheads="1"/>
          </p:cNvSpPr>
          <p:nvPr/>
        </p:nvSpPr>
        <p:spPr bwMode="auto">
          <a:xfrm>
            <a:off x="4852700" y="5576088"/>
            <a:ext cx="189154"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TBD</a:t>
            </a:r>
          </a:p>
        </p:txBody>
      </p:sp>
      <p:sp>
        <p:nvSpPr>
          <p:cNvPr id="271" name="제목 1">
            <a:extLst>
              <a:ext uri="{FF2B5EF4-FFF2-40B4-BE49-F238E27FC236}">
                <a16:creationId xmlns:a16="http://schemas.microsoft.com/office/drawing/2014/main" id="{F3DCEEFF-366F-E1D0-D035-0CEB4BDBAAC8}"/>
              </a:ext>
            </a:extLst>
          </p:cNvPr>
          <p:cNvSpPr txBox="1">
            <a:spLocks/>
          </p:cNvSpPr>
          <p:nvPr/>
        </p:nvSpPr>
        <p:spPr>
          <a:xfrm>
            <a:off x="4867928" y="4833318"/>
            <a:ext cx="158698"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lang="en-US" altLang="ko-KR" sz="900" b="0" kern="0" dirty="0">
                <a:solidFill>
                  <a:srgbClr val="006600"/>
                </a:solidFill>
                <a:latin typeface="Arial Narrow"/>
              </a:rPr>
              <a:t>475</a:t>
            </a:r>
          </a:p>
        </p:txBody>
      </p:sp>
      <p:sp>
        <p:nvSpPr>
          <p:cNvPr id="280" name="Text Box 4">
            <a:extLst>
              <a:ext uri="{FF2B5EF4-FFF2-40B4-BE49-F238E27FC236}">
                <a16:creationId xmlns:a16="http://schemas.microsoft.com/office/drawing/2014/main" id="{D983444A-9956-1B4B-6479-4511A632CB94}"/>
              </a:ext>
            </a:extLst>
          </p:cNvPr>
          <p:cNvSpPr txBox="1">
            <a:spLocks noChangeArrowheads="1"/>
          </p:cNvSpPr>
          <p:nvPr/>
        </p:nvSpPr>
        <p:spPr bwMode="auto">
          <a:xfrm>
            <a:off x="4702367" y="3714975"/>
            <a:ext cx="352661"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lang="en-US" altLang="ko-KR" kern="0" dirty="0">
                <a:solidFill>
                  <a:srgbClr val="008000"/>
                </a:solidFill>
              </a:rPr>
              <a:t>98” TBD</a:t>
            </a:r>
            <a:endParaRPr kumimoji="1" lang="en-US" altLang="ko-KR" baseline="30000" dirty="0">
              <a:solidFill>
                <a:srgbClr val="008000"/>
              </a:solidFill>
            </a:endParaRPr>
          </a:p>
        </p:txBody>
      </p:sp>
      <p:sp>
        <p:nvSpPr>
          <p:cNvPr id="281" name="Text Box 4">
            <a:extLst>
              <a:ext uri="{FF2B5EF4-FFF2-40B4-BE49-F238E27FC236}">
                <a16:creationId xmlns:a16="http://schemas.microsoft.com/office/drawing/2014/main" id="{D2F5DCDD-AC70-A0DE-0FBB-45C414B34A7A}"/>
              </a:ext>
            </a:extLst>
          </p:cNvPr>
          <p:cNvSpPr txBox="1">
            <a:spLocks noChangeArrowheads="1"/>
          </p:cNvSpPr>
          <p:nvPr/>
        </p:nvSpPr>
        <p:spPr bwMode="auto">
          <a:xfrm>
            <a:off x="4867928" y="5870193"/>
            <a:ext cx="158698"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300</a:t>
            </a:r>
          </a:p>
        </p:txBody>
      </p:sp>
      <p:sp>
        <p:nvSpPr>
          <p:cNvPr id="282" name="Text Box 4">
            <a:extLst>
              <a:ext uri="{FF2B5EF4-FFF2-40B4-BE49-F238E27FC236}">
                <a16:creationId xmlns:a16="http://schemas.microsoft.com/office/drawing/2014/main" id="{DE6C7D35-4D6F-BB19-2223-EE4A2A7C6B8D}"/>
              </a:ext>
            </a:extLst>
          </p:cNvPr>
          <p:cNvSpPr txBox="1">
            <a:spLocks noChangeArrowheads="1"/>
          </p:cNvSpPr>
          <p:nvPr/>
        </p:nvSpPr>
        <p:spPr bwMode="auto">
          <a:xfrm>
            <a:off x="4852700" y="4262506"/>
            <a:ext cx="189154"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TBD</a:t>
            </a:r>
          </a:p>
        </p:txBody>
      </p:sp>
      <p:sp>
        <p:nvSpPr>
          <p:cNvPr id="283" name="제목 1">
            <a:extLst>
              <a:ext uri="{FF2B5EF4-FFF2-40B4-BE49-F238E27FC236}">
                <a16:creationId xmlns:a16="http://schemas.microsoft.com/office/drawing/2014/main" id="{7996E7FF-9B43-B120-6F85-3A74EF462FD2}"/>
              </a:ext>
            </a:extLst>
          </p:cNvPr>
          <p:cNvSpPr txBox="1">
            <a:spLocks/>
          </p:cNvSpPr>
          <p:nvPr/>
        </p:nvSpPr>
        <p:spPr>
          <a:xfrm>
            <a:off x="5715314" y="5576088"/>
            <a:ext cx="184346"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28.2</a:t>
            </a:r>
            <a:endParaRPr kumimoji="1" lang="ko-KR" altLang="en-US" dirty="0">
              <a:solidFill>
                <a:srgbClr val="008000"/>
              </a:solidFill>
            </a:endParaRPr>
          </a:p>
        </p:txBody>
      </p:sp>
      <p:sp>
        <p:nvSpPr>
          <p:cNvPr id="284" name="제목 1">
            <a:extLst>
              <a:ext uri="{FF2B5EF4-FFF2-40B4-BE49-F238E27FC236}">
                <a16:creationId xmlns:a16="http://schemas.microsoft.com/office/drawing/2014/main" id="{7F4E5E55-52BA-CDCE-FCB3-EBE4C6CD94D1}"/>
              </a:ext>
            </a:extLst>
          </p:cNvPr>
          <p:cNvSpPr txBox="1">
            <a:spLocks/>
          </p:cNvSpPr>
          <p:nvPr/>
        </p:nvSpPr>
        <p:spPr>
          <a:xfrm>
            <a:off x="5715314" y="5870193"/>
            <a:ext cx="184346"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60.6</a:t>
            </a:r>
            <a:endParaRPr kumimoji="1" lang="ko-KR" altLang="en-US" dirty="0">
              <a:solidFill>
                <a:srgbClr val="008000"/>
              </a:solidFill>
            </a:endParaRPr>
          </a:p>
        </p:txBody>
      </p:sp>
      <p:sp>
        <p:nvSpPr>
          <p:cNvPr id="291" name="제목 1">
            <a:extLst>
              <a:ext uri="{FF2B5EF4-FFF2-40B4-BE49-F238E27FC236}">
                <a16:creationId xmlns:a16="http://schemas.microsoft.com/office/drawing/2014/main" id="{5BE3FD51-3147-B300-C5E7-E1CC2C0B8E51}"/>
              </a:ext>
            </a:extLst>
          </p:cNvPr>
          <p:cNvSpPr txBox="1">
            <a:spLocks/>
          </p:cNvSpPr>
          <p:nvPr/>
        </p:nvSpPr>
        <p:spPr>
          <a:xfrm>
            <a:off x="5715314" y="4833382"/>
            <a:ext cx="184346"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28.2</a:t>
            </a:r>
            <a:endParaRPr kumimoji="1" lang="ko-KR" altLang="en-US" dirty="0">
              <a:solidFill>
                <a:srgbClr val="008000"/>
              </a:solidFill>
            </a:endParaRPr>
          </a:p>
        </p:txBody>
      </p:sp>
      <p:sp>
        <p:nvSpPr>
          <p:cNvPr id="292" name="제목 1">
            <a:extLst>
              <a:ext uri="{FF2B5EF4-FFF2-40B4-BE49-F238E27FC236}">
                <a16:creationId xmlns:a16="http://schemas.microsoft.com/office/drawing/2014/main" id="{A00D4A5F-2F26-2B81-4A3E-8C9124ADED69}"/>
              </a:ext>
            </a:extLst>
          </p:cNvPr>
          <p:cNvSpPr txBox="1">
            <a:spLocks/>
          </p:cNvSpPr>
          <p:nvPr/>
        </p:nvSpPr>
        <p:spPr>
          <a:xfrm>
            <a:off x="5715314" y="4262506"/>
            <a:ext cx="184346"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28.2</a:t>
            </a:r>
            <a:endParaRPr kumimoji="1" lang="ko-KR" altLang="en-US" dirty="0">
              <a:solidFill>
                <a:srgbClr val="008000"/>
              </a:solidFill>
            </a:endParaRPr>
          </a:p>
        </p:txBody>
      </p:sp>
      <p:sp>
        <p:nvSpPr>
          <p:cNvPr id="299" name="제목 1">
            <a:extLst>
              <a:ext uri="{FF2B5EF4-FFF2-40B4-BE49-F238E27FC236}">
                <a16:creationId xmlns:a16="http://schemas.microsoft.com/office/drawing/2014/main" id="{BB68E681-3225-A700-C7C8-940A88069184}"/>
              </a:ext>
            </a:extLst>
          </p:cNvPr>
          <p:cNvSpPr txBox="1">
            <a:spLocks/>
          </p:cNvSpPr>
          <p:nvPr/>
        </p:nvSpPr>
        <p:spPr>
          <a:xfrm>
            <a:off x="5715314" y="3291171"/>
            <a:ext cx="184346"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47.5</a:t>
            </a:r>
            <a:endParaRPr kumimoji="1" lang="ko-KR" altLang="en-US" dirty="0">
              <a:solidFill>
                <a:srgbClr val="008000"/>
              </a:solidFill>
            </a:endParaRPr>
          </a:p>
        </p:txBody>
      </p:sp>
      <p:sp>
        <p:nvSpPr>
          <p:cNvPr id="300" name="제목 1">
            <a:extLst>
              <a:ext uri="{FF2B5EF4-FFF2-40B4-BE49-F238E27FC236}">
                <a16:creationId xmlns:a16="http://schemas.microsoft.com/office/drawing/2014/main" id="{DD349216-00E1-5504-2883-0CB8D4CFEA98}"/>
              </a:ext>
            </a:extLst>
          </p:cNvPr>
          <p:cNvSpPr txBox="1">
            <a:spLocks/>
          </p:cNvSpPr>
          <p:nvPr/>
        </p:nvSpPr>
        <p:spPr>
          <a:xfrm>
            <a:off x="5715314" y="3714975"/>
            <a:ext cx="184346"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48.4</a:t>
            </a:r>
            <a:endParaRPr kumimoji="1" lang="ko-KR" altLang="en-US" dirty="0">
              <a:solidFill>
                <a:srgbClr val="008000"/>
              </a:solidFill>
            </a:endParaRPr>
          </a:p>
        </p:txBody>
      </p:sp>
      <p:sp>
        <p:nvSpPr>
          <p:cNvPr id="301" name="제목 1">
            <a:extLst>
              <a:ext uri="{FF2B5EF4-FFF2-40B4-BE49-F238E27FC236}">
                <a16:creationId xmlns:a16="http://schemas.microsoft.com/office/drawing/2014/main" id="{CED4FE46-5D1F-4AB5-B414-ED29CAA37331}"/>
              </a:ext>
            </a:extLst>
          </p:cNvPr>
          <p:cNvSpPr txBox="1">
            <a:spLocks/>
          </p:cNvSpPr>
          <p:nvPr/>
        </p:nvSpPr>
        <p:spPr>
          <a:xfrm>
            <a:off x="5715314" y="2657104"/>
            <a:ext cx="184346"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17.6</a:t>
            </a:r>
          </a:p>
        </p:txBody>
      </p:sp>
      <p:sp>
        <p:nvSpPr>
          <p:cNvPr id="304" name="TextBox 303">
            <a:extLst>
              <a:ext uri="{FF2B5EF4-FFF2-40B4-BE49-F238E27FC236}">
                <a16:creationId xmlns:a16="http://schemas.microsoft.com/office/drawing/2014/main" id="{A8FC2957-3E79-A30C-4BA7-7F7A087DE128}"/>
              </a:ext>
            </a:extLst>
          </p:cNvPr>
          <p:cNvSpPr txBox="1"/>
          <p:nvPr/>
        </p:nvSpPr>
        <p:spPr>
          <a:xfrm>
            <a:off x="4517258" y="1519193"/>
            <a:ext cx="1022716" cy="138499"/>
          </a:xfrm>
          <a:prstGeom prst="rect">
            <a:avLst/>
          </a:prstGeom>
          <a:noFill/>
        </p:spPr>
        <p:txBody>
          <a:bodyPr wrap="none" lIns="0" tIns="0" rIns="0" bIns="0" rtlCol="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algn="ctr" fontAlgn="base" latinLnBrk="0">
              <a:spcBef>
                <a:spcPct val="0"/>
              </a:spcBef>
              <a:spcAft>
                <a:spcPct val="0"/>
              </a:spcAft>
            </a:pPr>
            <a:r>
              <a:rPr kumimoji="1" lang="en-US" altLang="ko-KR" dirty="0">
                <a:solidFill>
                  <a:srgbClr val="008000"/>
                </a:solidFill>
                <a:ea typeface="LG스마트체2.0 Regular" pitchFamily="50" charset="-127"/>
              </a:rPr>
              <a:t>1,935 / 1,625 / 755 / 286</a:t>
            </a:r>
          </a:p>
        </p:txBody>
      </p:sp>
      <p:sp>
        <p:nvSpPr>
          <p:cNvPr id="312" name="TextBox 311">
            <a:extLst>
              <a:ext uri="{FF2B5EF4-FFF2-40B4-BE49-F238E27FC236}">
                <a16:creationId xmlns:a16="http://schemas.microsoft.com/office/drawing/2014/main" id="{6E7FD498-5452-E05D-6EA8-FE15EFF543BA}"/>
              </a:ext>
            </a:extLst>
          </p:cNvPr>
          <p:cNvSpPr txBox="1"/>
          <p:nvPr/>
        </p:nvSpPr>
        <p:spPr>
          <a:xfrm>
            <a:off x="5715314" y="1514941"/>
            <a:ext cx="184346" cy="138499"/>
          </a:xfrm>
          <a:prstGeom prst="rect">
            <a:avLst/>
          </a:prstGeom>
          <a:noFill/>
        </p:spPr>
        <p:txBody>
          <a:bodyPr wrap="none" lIns="0" tIns="0" rIns="0" bIns="0" rtlCol="0">
            <a:spAutoFit/>
          </a:bodyPr>
          <a:lstStyle>
            <a:defPPr>
              <a:defRPr lang="ko-KR"/>
            </a:defPPr>
            <a:lvl1pP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11.7</a:t>
            </a:r>
          </a:p>
        </p:txBody>
      </p:sp>
      <p:sp>
        <p:nvSpPr>
          <p:cNvPr id="313" name="TextBox 312">
            <a:extLst>
              <a:ext uri="{FF2B5EF4-FFF2-40B4-BE49-F238E27FC236}">
                <a16:creationId xmlns:a16="http://schemas.microsoft.com/office/drawing/2014/main" id="{5A02C99C-16CE-932C-24D5-9F3791EF6C23}"/>
              </a:ext>
            </a:extLst>
          </p:cNvPr>
          <p:cNvSpPr txBox="1"/>
          <p:nvPr/>
        </p:nvSpPr>
        <p:spPr>
          <a:xfrm>
            <a:off x="5715314" y="1889172"/>
            <a:ext cx="184346" cy="138499"/>
          </a:xfrm>
          <a:prstGeom prst="rect">
            <a:avLst/>
          </a:prstGeom>
          <a:noFill/>
        </p:spPr>
        <p:txBody>
          <a:bodyPr wrap="none" lIns="0" tIns="0" rIns="0" bIns="0" rtlCol="0">
            <a:spAutoFit/>
          </a:bodyPr>
          <a:lstStyle>
            <a:defPPr>
              <a:defRPr lang="ko-KR"/>
            </a:defPPr>
            <a:lvl1pP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40.6</a:t>
            </a:r>
          </a:p>
        </p:txBody>
      </p:sp>
      <p:sp>
        <p:nvSpPr>
          <p:cNvPr id="316" name="TextBox 315">
            <a:extLst>
              <a:ext uri="{FF2B5EF4-FFF2-40B4-BE49-F238E27FC236}">
                <a16:creationId xmlns:a16="http://schemas.microsoft.com/office/drawing/2014/main" id="{9F073B32-4314-F0BB-D04C-0F979000EDF9}"/>
              </a:ext>
            </a:extLst>
          </p:cNvPr>
          <p:cNvSpPr txBox="1"/>
          <p:nvPr/>
        </p:nvSpPr>
        <p:spPr>
          <a:xfrm>
            <a:off x="4529056" y="1889172"/>
            <a:ext cx="1022716" cy="138499"/>
          </a:xfrm>
          <a:prstGeom prst="rect">
            <a:avLst/>
          </a:prstGeom>
          <a:noFill/>
        </p:spPr>
        <p:txBody>
          <a:bodyPr wrap="none" lIns="0" tIns="0" rIns="0" bIns="0" rtlCol="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algn="ctr" fontAlgn="base" latinLnBrk="0">
              <a:spcBef>
                <a:spcPct val="0"/>
              </a:spcBef>
              <a:spcAft>
                <a:spcPct val="0"/>
              </a:spcAft>
            </a:pPr>
            <a:r>
              <a:rPr kumimoji="1" lang="en-US" altLang="ko-KR" dirty="0">
                <a:solidFill>
                  <a:srgbClr val="008000"/>
                </a:solidFill>
                <a:ea typeface="LG스마트체2.0 Regular" pitchFamily="50" charset="-127"/>
              </a:rPr>
              <a:t>1,180 / 1,175 / 620 / 205</a:t>
            </a:r>
          </a:p>
        </p:txBody>
      </p:sp>
      <p:sp>
        <p:nvSpPr>
          <p:cNvPr id="317" name="제목 1">
            <a:extLst>
              <a:ext uri="{FF2B5EF4-FFF2-40B4-BE49-F238E27FC236}">
                <a16:creationId xmlns:a16="http://schemas.microsoft.com/office/drawing/2014/main" id="{EFC05887-95D6-FFD6-8898-AA0D67200871}"/>
              </a:ext>
            </a:extLst>
          </p:cNvPr>
          <p:cNvSpPr txBox="1">
            <a:spLocks/>
          </p:cNvSpPr>
          <p:nvPr/>
        </p:nvSpPr>
        <p:spPr>
          <a:xfrm>
            <a:off x="5712910" y="6383623"/>
            <a:ext cx="189154"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60.6</a:t>
            </a:r>
            <a:endParaRPr kumimoji="1" lang="ko-KR" altLang="en-US" dirty="0">
              <a:solidFill>
                <a:srgbClr val="008000"/>
              </a:solidFill>
            </a:endParaRPr>
          </a:p>
        </p:txBody>
      </p:sp>
      <p:sp>
        <p:nvSpPr>
          <p:cNvPr id="318" name="제목 1">
            <a:extLst>
              <a:ext uri="{FF2B5EF4-FFF2-40B4-BE49-F238E27FC236}">
                <a16:creationId xmlns:a16="http://schemas.microsoft.com/office/drawing/2014/main" id="{B88E3054-B4BE-59C0-C55C-191DF4960697}"/>
              </a:ext>
            </a:extLst>
          </p:cNvPr>
          <p:cNvSpPr txBox="1">
            <a:spLocks/>
          </p:cNvSpPr>
          <p:nvPr/>
        </p:nvSpPr>
        <p:spPr>
          <a:xfrm>
            <a:off x="4867928" y="6383623"/>
            <a:ext cx="158698"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rPr>
              <a:t>300</a:t>
            </a:r>
          </a:p>
        </p:txBody>
      </p:sp>
      <p:sp>
        <p:nvSpPr>
          <p:cNvPr id="319" name="TextBox 318">
            <a:extLst>
              <a:ext uri="{FF2B5EF4-FFF2-40B4-BE49-F238E27FC236}">
                <a16:creationId xmlns:a16="http://schemas.microsoft.com/office/drawing/2014/main" id="{AE107462-9FD9-293A-2B4B-4B1C12409E10}"/>
              </a:ext>
            </a:extLst>
          </p:cNvPr>
          <p:cNvSpPr txBox="1"/>
          <p:nvPr/>
        </p:nvSpPr>
        <p:spPr>
          <a:xfrm>
            <a:off x="4852700" y="2281158"/>
            <a:ext cx="189154" cy="138499"/>
          </a:xfrm>
          <a:prstGeom prst="rect">
            <a:avLst/>
          </a:prstGeom>
          <a:noFill/>
        </p:spPr>
        <p:txBody>
          <a:bodyPr wrap="none" lIns="0" tIns="0" rIns="0" bIns="0" rtlCol="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algn="ctr" fontAlgn="base" latinLnBrk="0">
              <a:spcBef>
                <a:spcPct val="0"/>
              </a:spcBef>
              <a:spcAft>
                <a:spcPct val="0"/>
              </a:spcAft>
            </a:pPr>
            <a:r>
              <a:rPr kumimoji="1" lang="en-US" altLang="ko-KR" dirty="0">
                <a:solidFill>
                  <a:srgbClr val="008000"/>
                </a:solidFill>
                <a:ea typeface="LG스마트체2.0 Regular" pitchFamily="50" charset="-127"/>
              </a:rPr>
              <a:t>TBD</a:t>
            </a:r>
          </a:p>
        </p:txBody>
      </p:sp>
      <p:sp>
        <p:nvSpPr>
          <p:cNvPr id="320" name="TextBox 319">
            <a:extLst>
              <a:ext uri="{FF2B5EF4-FFF2-40B4-BE49-F238E27FC236}">
                <a16:creationId xmlns:a16="http://schemas.microsoft.com/office/drawing/2014/main" id="{8EC26D60-683F-EAEC-56CA-C9C5DF4C21D2}"/>
              </a:ext>
            </a:extLst>
          </p:cNvPr>
          <p:cNvSpPr txBox="1"/>
          <p:nvPr/>
        </p:nvSpPr>
        <p:spPr>
          <a:xfrm>
            <a:off x="5715314" y="2281158"/>
            <a:ext cx="184346" cy="138499"/>
          </a:xfrm>
          <a:prstGeom prst="rect">
            <a:avLst/>
          </a:prstGeom>
          <a:noFill/>
        </p:spPr>
        <p:txBody>
          <a:bodyPr wrap="none" lIns="0" tIns="0" rIns="0" bIns="0" rtlCol="0">
            <a:spAutoFit/>
          </a:bodyPr>
          <a:lstStyle>
            <a:defPPr>
              <a:defRPr lang="en-US"/>
            </a:defPPr>
            <a:lvl1pPr>
              <a:defRPr sz="900">
                <a:latin typeface="Arial Narrow" panose="020B0606020202030204" pitchFamily="34" charset="0"/>
                <a:ea typeface="LG스마트체 Regular" panose="020B0600000101010101" pitchFamily="50" charset="-127"/>
              </a:defRPr>
            </a:lvl1pPr>
          </a:lstStyle>
          <a:p>
            <a:pPr fontAlgn="base" latinLnBrk="0">
              <a:spcBef>
                <a:spcPct val="0"/>
              </a:spcBef>
              <a:spcAft>
                <a:spcPct val="0"/>
              </a:spcAft>
            </a:pPr>
            <a:r>
              <a:rPr kumimoji="1" lang="en-US" altLang="ko-KR" dirty="0">
                <a:solidFill>
                  <a:srgbClr val="008000"/>
                </a:solidFill>
                <a:ea typeface="LG스마트체2.0 Regular" pitchFamily="50" charset="-127"/>
              </a:rPr>
              <a:t>33.9</a:t>
            </a:r>
          </a:p>
        </p:txBody>
      </p:sp>
      <p:sp>
        <p:nvSpPr>
          <p:cNvPr id="321" name="Text Box 4">
            <a:extLst>
              <a:ext uri="{FF2B5EF4-FFF2-40B4-BE49-F238E27FC236}">
                <a16:creationId xmlns:a16="http://schemas.microsoft.com/office/drawing/2014/main" id="{21AB1944-6CB7-78EF-70CE-64F211E2A98C}"/>
              </a:ext>
            </a:extLst>
          </p:cNvPr>
          <p:cNvSpPr txBox="1">
            <a:spLocks noChangeArrowheads="1"/>
          </p:cNvSpPr>
          <p:nvPr/>
        </p:nvSpPr>
        <p:spPr bwMode="auto">
          <a:xfrm>
            <a:off x="4852700" y="2657104"/>
            <a:ext cx="189154" cy="138499"/>
          </a:xfrm>
          <a:prstGeom prst="rect">
            <a:avLst/>
          </a:prstGeom>
          <a:noFill/>
        </p:spPr>
        <p:txBody>
          <a:bodyPr wrap="none" lIns="0" tIns="0" rIns="0" bIns="0" rtlCol="0">
            <a:spAutoFit/>
          </a:bodyPr>
          <a:lstStyle>
            <a:defPPr>
              <a:defRPr lang="ko-KR"/>
            </a:defPPr>
            <a:lvl1pPr algn="ctr" latinLnBrk="0">
              <a:lnSpc>
                <a:spcPts val="800"/>
              </a:lnSpc>
              <a:defRPr sz="900">
                <a:solidFill>
                  <a:schemeClr val="bg1">
                    <a:lumMod val="50000"/>
                  </a:schemeClr>
                </a:solidFill>
                <a:latin typeface="Arial Narrow" panose="020B0606020202030204" pitchFamily="34" charset="0"/>
                <a:ea typeface="LG스마트체2.0 Regular" pitchFamily="50" charset="-127"/>
              </a:defRPr>
            </a:lvl1pPr>
          </a:lstStyle>
          <a:p>
            <a:pPr fontAlgn="base">
              <a:lnSpc>
                <a:spcPct val="100000"/>
              </a:lnSpc>
              <a:spcBef>
                <a:spcPct val="0"/>
              </a:spcBef>
              <a:spcAft>
                <a:spcPct val="0"/>
              </a:spcAft>
            </a:pPr>
            <a:r>
              <a:rPr kumimoji="1" lang="en-US" altLang="ko-KR" dirty="0">
                <a:solidFill>
                  <a:srgbClr val="008000"/>
                </a:solidFill>
                <a:ea typeface="LG스마트체2.0 Regular" pitchFamily="50" charset="-127"/>
              </a:rPr>
              <a:t>TBD</a:t>
            </a:r>
            <a:endParaRPr kumimoji="1" lang="en-US" altLang="ko-KR" dirty="0">
              <a:solidFill>
                <a:srgbClr val="008000"/>
              </a:solidFill>
            </a:endParaRPr>
          </a:p>
        </p:txBody>
      </p:sp>
    </p:spTree>
    <p:extLst>
      <p:ext uri="{BB962C8B-B14F-4D97-AF65-F5344CB8AC3E}">
        <p14:creationId xmlns:p14="http://schemas.microsoft.com/office/powerpoint/2010/main" val="29062499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Pgko_H75MEeSIiJn0JxHDA"/>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Pgko_H75MEeSIiJn0JxHD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Pgko_H75MEeSIiJn0JxHDA"/>
</p:tagLst>
</file>

<file path=ppt/theme/theme1.xml><?xml version="1.0" encoding="utf-8"?>
<a:theme xmlns:a="http://schemas.openxmlformats.org/drawingml/2006/main" name="2_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프로파일_템플렛1">
  <a:themeElements>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7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fontAlgn="auto">
          <a:spcBef>
            <a:spcPts val="0"/>
          </a:spcBef>
          <a:spcAft>
            <a:spcPts val="0"/>
          </a:spcAft>
          <a:defRPr sz="1000" b="1" dirty="0" smtClean="0">
            <a:solidFill>
              <a:srgbClr val="008000"/>
            </a:solidFill>
            <a:latin typeface="Arial Narrow" panose="020B0606020202030204" pitchFamily="34" charset="0"/>
            <a:ea typeface="LG스마트체 Regular" panose="020B0600000101010101" pitchFamily="50" charset="-127"/>
            <a:cs typeface="Arial" pitchFamily="34" charset="0"/>
          </a:defRPr>
        </a:defPPr>
      </a:lstStyle>
    </a:spDef>
    <a:txDef>
      <a:spPr>
        <a:noFill/>
      </a:spPr>
      <a:bodyPr wrap="none" rtlCol="0">
        <a:spAutoFit/>
      </a:bodyPr>
      <a:lstStyle>
        <a:defPPr>
          <a:defRPr sz="1200" dirty="0" smtClean="0">
            <a:solidFill>
              <a:srgbClr val="C00000"/>
            </a:solidFill>
            <a:latin typeface="Arial" pitchFamily="34" charset="0"/>
            <a:ea typeface="돋움" pitchFamily="50" charset="-127"/>
            <a:cs typeface="Arial" pitchFamily="34" charset="0"/>
          </a:defRPr>
        </a:defPPr>
      </a:lstStyle>
    </a:txDef>
  </a:objectDefaults>
  <a:extraClrSchemeLst>
    <a:extraClrScheme>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7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7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7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7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7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7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7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7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7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7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7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디자인 사용자 지정">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lumMod val="95000"/>
          </a:schemeClr>
        </a:solidFill>
        <a:ln w="3175">
          <a:solidFill>
            <a:schemeClr val="bg1">
              <a:lumMod val="50000"/>
            </a:schemeClr>
          </a:solidFill>
        </a:ln>
      </a:spPr>
      <a:bodyPr anchor="ct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34_기본 디자인">
  <a:themeElements>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3">
      <a:majorFont>
        <a:latin typeface="Arial Narrow"/>
        <a:ea typeface="LG스마트체2.0 Regular"/>
        <a:cs typeface=""/>
      </a:majorFont>
      <a:minorFont>
        <a:latin typeface="Arial Narrow"/>
        <a:ea typeface="LG스마트체2.0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fontAlgn="auto">
          <a:spcBef>
            <a:spcPts val="0"/>
          </a:spcBef>
          <a:spcAft>
            <a:spcPts val="0"/>
          </a:spcAft>
          <a:defRPr sz="1000" b="1" dirty="0" smtClean="0">
            <a:solidFill>
              <a:srgbClr val="008000"/>
            </a:solidFill>
            <a:latin typeface="Arial Narrow" panose="020B0606020202030204" pitchFamily="34" charset="0"/>
            <a:ea typeface="LG스마트체 Regular" panose="020B0600000101010101" pitchFamily="50" charset="-127"/>
            <a:cs typeface="Arial" pitchFamily="34" charset="0"/>
          </a:defRPr>
        </a:defPPr>
      </a:lstStyle>
    </a:spDef>
    <a:lnDef>
      <a:spPr>
        <a:ln w="6350">
          <a:solidFill>
            <a:schemeClr val="tx1">
              <a:lumMod val="50000"/>
              <a:lumOff val="50000"/>
            </a:schemeClr>
          </a:solidFill>
          <a:prstDash val="dash"/>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r">
          <a:lnSpc>
            <a:spcPct val="120000"/>
          </a:lnSpc>
          <a:defRPr sz="1200" i="1" u="sng" smtClean="0">
            <a:solidFill>
              <a:prstClr val="white">
                <a:lumMod val="50000"/>
              </a:prstClr>
            </a:solidFill>
            <a:ea typeface="LG스마트체 Regular" panose="020B0600000101010101" pitchFamily="50" charset="-127"/>
          </a:defRPr>
        </a:defPPr>
      </a:lstStyle>
    </a:txDef>
  </a:objectDefaults>
  <a:extraClrSchemeLst>
    <a:extraClrScheme>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7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7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7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7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7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7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7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7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7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7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7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4.본문 페이지 번호 없음">
  <a:themeElements>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2">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tx1"/>
          </a:solidFill>
        </a:ln>
      </a:spPr>
      <a:bodyPr wrap="none" lIns="0" tIns="0" rIns="0" bIns="0" rtlCol="0" anchor="ctr">
        <a:spAutoFit/>
      </a:bodyPr>
      <a:lstStyle>
        <a:defPPr algn="ctr">
          <a:defRPr sz="900" dirty="0">
            <a:ln>
              <a:solidFill>
                <a:sysClr val="windowText" lastClr="000000">
                  <a:alpha val="0"/>
                </a:sysClr>
              </a:solidFill>
            </a:ln>
            <a:solidFill>
              <a:srgbClr val="006600"/>
            </a:solidFill>
            <a:latin typeface="Arial Narrow" panose="020B0606020202030204" pitchFamily="34" charset="0"/>
            <a:ea typeface="LG스마트체 Regular" panose="020B0600000101010101" pitchFamily="50" charset="-127"/>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solidFill>
          <a:srgbClr val="FFFF00"/>
        </a:solidFill>
      </a:spPr>
      <a:bodyPr wrap="none" lIns="0" tIns="0" rIns="0" bIns="0" rtlCol="0">
        <a:spAutoFit/>
      </a:bodyPr>
      <a:lstStyle>
        <a:defPPr>
          <a:defRPr sz="900" smtClean="0">
            <a:latin typeface="Arial Narrow" panose="020B0606020202030204" pitchFamily="34" charset="0"/>
            <a:ea typeface="LG스마트체 Regular" panose="020B0600000101010101" pitchFamily="50" charset="-127"/>
          </a:defRPr>
        </a:defPPr>
      </a:lstStyle>
    </a:txDef>
  </a:objectDefaults>
  <a:extraClrSchemeLst>
    <a:extraClrScheme>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본문 페이지 번호 없음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본문 페이지 번호 없음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본문 페이지 번호 없음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본문 페이지 번호 없음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본문 페이지 번호 없음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본문 페이지 번호 없음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본문 페이지 번호 없음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본문 페이지 번호 없음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본문 페이지 번호 없음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본문 페이지 번호 없음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본문 페이지 번호 없음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35_기본 디자인">
  <a:themeElements>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3">
      <a:majorFont>
        <a:latin typeface="Arial Narrow"/>
        <a:ea typeface="LG스마트체2.0 Regular"/>
        <a:cs typeface=""/>
      </a:majorFont>
      <a:minorFont>
        <a:latin typeface="Arial Narrow"/>
        <a:ea typeface="LG스마트체2.0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fontAlgn="auto">
          <a:spcBef>
            <a:spcPts val="0"/>
          </a:spcBef>
          <a:spcAft>
            <a:spcPts val="0"/>
          </a:spcAft>
          <a:defRPr sz="1000" b="1" dirty="0" smtClean="0">
            <a:solidFill>
              <a:srgbClr val="008000"/>
            </a:solidFill>
            <a:latin typeface="Arial Narrow" panose="020B0606020202030204" pitchFamily="34" charset="0"/>
            <a:ea typeface="LG스마트체 Regular" panose="020B0600000101010101" pitchFamily="50" charset="-127"/>
            <a:cs typeface="Arial" pitchFamily="34" charset="0"/>
          </a:defRPr>
        </a:defPPr>
      </a:lstStyle>
    </a:spDef>
    <a:lnDef>
      <a:spPr>
        <a:ln w="6350">
          <a:solidFill>
            <a:schemeClr val="tx1">
              <a:lumMod val="50000"/>
              <a:lumOff val="50000"/>
            </a:schemeClr>
          </a:solidFill>
          <a:prstDash val="dash"/>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r">
          <a:lnSpc>
            <a:spcPct val="120000"/>
          </a:lnSpc>
          <a:defRPr sz="1200" i="1" u="sng" smtClean="0">
            <a:solidFill>
              <a:prstClr val="white">
                <a:lumMod val="50000"/>
              </a:prstClr>
            </a:solidFill>
            <a:ea typeface="LG스마트체 Regular" panose="020B0600000101010101" pitchFamily="50" charset="-127"/>
          </a:defRPr>
        </a:defPPr>
      </a:lstStyle>
    </a:txDef>
  </a:objectDefaults>
  <a:extraClrSchemeLst>
    <a:extraClrScheme>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7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7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7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7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7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7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7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7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7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7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7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15_기본 디자인">
  <a:themeElements>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7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fontAlgn="auto">
          <a:spcBef>
            <a:spcPts val="0"/>
          </a:spcBef>
          <a:spcAft>
            <a:spcPts val="0"/>
          </a:spcAft>
          <a:defRPr sz="1000" b="1" dirty="0" smtClean="0">
            <a:solidFill>
              <a:srgbClr val="008000"/>
            </a:solidFill>
            <a:latin typeface="Arial Narrow" panose="020B0606020202030204" pitchFamily="34" charset="0"/>
            <a:ea typeface="LG스마트체 Regular" panose="020B0600000101010101" pitchFamily="50" charset="-127"/>
            <a:cs typeface="Arial" pitchFamily="34" charset="0"/>
          </a:defRPr>
        </a:defPPr>
      </a:lstStyle>
    </a:spDef>
    <a:txDef>
      <a:spPr>
        <a:noFill/>
      </a:spPr>
      <a:bodyPr wrap="none" rtlCol="0">
        <a:spAutoFit/>
      </a:bodyPr>
      <a:lstStyle>
        <a:defPPr>
          <a:defRPr sz="1200" dirty="0" smtClean="0">
            <a:solidFill>
              <a:srgbClr val="C00000"/>
            </a:solidFill>
            <a:latin typeface="Arial" pitchFamily="34" charset="0"/>
            <a:ea typeface="돋움" pitchFamily="50" charset="-127"/>
            <a:cs typeface="Arial" pitchFamily="34" charset="0"/>
          </a:defRPr>
        </a:defPPr>
      </a:lstStyle>
    </a:txDef>
  </a:objectDefaults>
  <a:extraClrSchemeLst>
    <a:extraClrScheme>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7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7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7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7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7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7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7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7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7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7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7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4.본문 페이지 번호 없음">
  <a:themeElements>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2">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tx1"/>
          </a:solidFill>
        </a:ln>
      </a:spPr>
      <a:bodyPr wrap="none" lIns="0" tIns="0" rIns="0" bIns="0" rtlCol="0" anchor="ctr">
        <a:spAutoFit/>
      </a:bodyPr>
      <a:lstStyle>
        <a:defPPr algn="ctr">
          <a:defRPr sz="900" dirty="0">
            <a:ln>
              <a:solidFill>
                <a:sysClr val="windowText" lastClr="000000">
                  <a:alpha val="0"/>
                </a:sysClr>
              </a:solidFill>
            </a:ln>
            <a:solidFill>
              <a:srgbClr val="006600"/>
            </a:solidFill>
            <a:latin typeface="Arial Narrow" panose="020B0606020202030204" pitchFamily="34" charset="0"/>
            <a:ea typeface="LG스마트체 Regular" panose="020B0600000101010101" pitchFamily="50" charset="-127"/>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solidFill>
          <a:srgbClr val="FFFF00"/>
        </a:solidFill>
      </a:spPr>
      <a:bodyPr wrap="none" lIns="0" tIns="0" rIns="0" bIns="0" rtlCol="0">
        <a:spAutoFit/>
      </a:bodyPr>
      <a:lstStyle>
        <a:defPPr>
          <a:defRPr sz="900" smtClean="0">
            <a:latin typeface="Arial Narrow" panose="020B0606020202030204" pitchFamily="34" charset="0"/>
            <a:ea typeface="LG스마트체 Regular" panose="020B0600000101010101" pitchFamily="50" charset="-127"/>
          </a:defRPr>
        </a:defPPr>
      </a:lstStyle>
    </a:txDef>
  </a:objectDefaults>
  <a:extraClrSchemeLst>
    <a:extraClrScheme>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본문 페이지 번호 없음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본문 페이지 번호 없음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본문 페이지 번호 없음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본문 페이지 번호 없음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본문 페이지 번호 없음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본문 페이지 번호 없음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본문 페이지 번호 없음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본문 페이지 번호 없음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본문 페이지 번호 없음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본문 페이지 번호 없음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본문 페이지 번호 없음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1_4.본문 페이지 번호 없음">
  <a:themeElements>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2">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tx1"/>
          </a:solidFill>
        </a:ln>
      </a:spPr>
      <a:bodyPr wrap="none" lIns="0" tIns="0" rIns="0" bIns="0" rtlCol="0" anchor="ctr">
        <a:spAutoFit/>
      </a:bodyPr>
      <a:lstStyle>
        <a:defPPr algn="ctr">
          <a:defRPr sz="900" dirty="0">
            <a:ln>
              <a:solidFill>
                <a:sysClr val="windowText" lastClr="000000">
                  <a:alpha val="0"/>
                </a:sysClr>
              </a:solidFill>
            </a:ln>
            <a:solidFill>
              <a:srgbClr val="006600"/>
            </a:solidFill>
            <a:latin typeface="Arial Narrow" panose="020B0606020202030204" pitchFamily="34" charset="0"/>
            <a:ea typeface="LG스마트체 Regular" panose="020B0600000101010101" pitchFamily="50" charset="-127"/>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900" smtClean="0">
            <a:latin typeface="Arial Narrow" panose="020B0606020202030204" pitchFamily="34" charset="0"/>
            <a:ea typeface="LG스마트체 Regular" panose="020B0600000101010101" pitchFamily="50" charset="-127"/>
          </a:defRPr>
        </a:defPPr>
      </a:lstStyle>
    </a:txDef>
  </a:objectDefaults>
  <a:extraClrSchemeLst>
    <a:extraClrScheme>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본문 페이지 번호 없음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본문 페이지 번호 없음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본문 페이지 번호 없음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본문 페이지 번호 없음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본문 페이지 번호 없음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본문 페이지 번호 없음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본문 페이지 번호 없음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본문 페이지 번호 없음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본문 페이지 번호 없음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본문 페이지 번호 없음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본문 페이지 번호 없음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3_4.본문 페이지 번호 없음">
  <a:themeElements>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2">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tx1"/>
          </a:solidFill>
        </a:ln>
      </a:spPr>
      <a:bodyPr wrap="none" lIns="0" tIns="0" rIns="0" bIns="0" rtlCol="0" anchor="ctr">
        <a:spAutoFit/>
      </a:bodyPr>
      <a:lstStyle>
        <a:defPPr algn="ctr">
          <a:defRPr sz="900" dirty="0">
            <a:ln>
              <a:solidFill>
                <a:sysClr val="windowText" lastClr="000000">
                  <a:alpha val="0"/>
                </a:sysClr>
              </a:solidFill>
            </a:ln>
            <a:solidFill>
              <a:srgbClr val="006600"/>
            </a:solidFill>
            <a:latin typeface="Arial Narrow" panose="020B0606020202030204" pitchFamily="34" charset="0"/>
            <a:ea typeface="LG스마트체 Regular" panose="020B0600000101010101" pitchFamily="50" charset="-127"/>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900" smtClean="0">
            <a:latin typeface="Arial Narrow" panose="020B0606020202030204" pitchFamily="34" charset="0"/>
            <a:ea typeface="LG스마트체 Regular" panose="020B0600000101010101" pitchFamily="50" charset="-127"/>
          </a:defRPr>
        </a:defPPr>
      </a:lstStyle>
    </a:txDef>
  </a:objectDefaults>
  <a:extraClrSchemeLst>
    <a:extraClrScheme>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본문 페이지 번호 없음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본문 페이지 번호 없음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본문 페이지 번호 없음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본문 페이지 번호 없음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본문 페이지 번호 없음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본문 페이지 번호 없음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본문 페이지 번호 없음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본문 페이지 번호 없음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본문 페이지 번호 없음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본문 페이지 번호 없음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본문 페이지 번호 없음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16_기본 디자인">
  <a:themeElements>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7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fontAlgn="auto">
          <a:spcBef>
            <a:spcPts val="0"/>
          </a:spcBef>
          <a:spcAft>
            <a:spcPts val="0"/>
          </a:spcAft>
          <a:defRPr sz="1000" b="1" dirty="0" smtClean="0">
            <a:solidFill>
              <a:srgbClr val="008000"/>
            </a:solidFill>
            <a:latin typeface="Arial Narrow" panose="020B0606020202030204" pitchFamily="34" charset="0"/>
            <a:ea typeface="LG스마트체 Regular" panose="020B0600000101010101" pitchFamily="50" charset="-127"/>
            <a:cs typeface="Arial" pitchFamily="34" charset="0"/>
          </a:defRPr>
        </a:defPPr>
      </a:lstStyle>
    </a:spDef>
    <a:txDef>
      <a:spPr>
        <a:noFill/>
      </a:spPr>
      <a:bodyPr wrap="none" rtlCol="0">
        <a:spAutoFit/>
      </a:bodyPr>
      <a:lstStyle>
        <a:defPPr>
          <a:defRPr sz="1200" dirty="0" smtClean="0">
            <a:solidFill>
              <a:srgbClr val="C00000"/>
            </a:solidFill>
            <a:latin typeface="Arial" pitchFamily="34" charset="0"/>
            <a:ea typeface="돋움" pitchFamily="50" charset="-127"/>
            <a:cs typeface="Arial" pitchFamily="34" charset="0"/>
          </a:defRPr>
        </a:defPPr>
      </a:lstStyle>
    </a:txDef>
  </a:objectDefaults>
  <a:extraClrSchemeLst>
    <a:extraClrScheme>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7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7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7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7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7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7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7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7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7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7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7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2.xml><?xml version="1.0" encoding="utf-8"?>
<a:theme xmlns:a="http://schemas.openxmlformats.org/drawingml/2006/main" name="LG Default Theme">
  <a:themeElements>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7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solidFill>
            <a:srgbClr val="FFFF00"/>
          </a:solidFill>
        </a:ln>
      </a:spPr>
      <a:bodyPr rtlCol="0" anchor="ctr"/>
      <a:lstStyle>
        <a:defPPr algn="ctr">
          <a:defRPr dirty="0" smtClean="0">
            <a:solidFill>
              <a:srgbClr val="FF0000"/>
            </a:solidFill>
            <a:latin typeface="Arial Narrow" pitchFamily="34" charset="0"/>
            <a:ea typeface="LG스마트체 Regular" pitchFamily="50" charset="-127"/>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defRPr sz="1000" b="1" dirty="0" smtClean="0">
            <a:solidFill>
              <a:srgbClr val="C00000"/>
            </a:solidFill>
            <a:latin typeface="Arial" panose="020B0604020202020204" pitchFamily="34" charset="0"/>
            <a:cs typeface="Arial" panose="020B0604020202020204" pitchFamily="34" charset="0"/>
          </a:defRPr>
        </a:defPPr>
      </a:lstStyle>
    </a:txDef>
  </a:objectDefaults>
  <a:extraClrSchemeLst>
    <a:extraClrScheme>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7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7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7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7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7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7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7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7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7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7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7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G Default Theme" id="{C7E08723-3152-4496-8BA5-9E53A5AEA088}" vid="{5A8F5BD4-0B14-448A-BC75-75284172AE1B}"/>
    </a:ext>
  </a:extLst>
</a:theme>
</file>

<file path=ppt/theme/theme13.xml><?xml version="1.0" encoding="utf-8"?>
<a:theme xmlns:a="http://schemas.openxmlformats.org/drawingml/2006/main" name="1_LG Default Theme">
  <a:themeElements>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7_기본 디자인">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a:solidFill>
            <a:srgbClr val="FFFF00"/>
          </a:solidFill>
        </a:ln>
      </a:spPr>
      <a:bodyPr rtlCol="0" anchor="ctr"/>
      <a:lstStyle>
        <a:defPPr algn="ctr">
          <a:defRPr dirty="0" smtClean="0">
            <a:solidFill>
              <a:srgbClr val="FF0000"/>
            </a:solidFill>
            <a:latin typeface="Arial Narrow" pitchFamily="34" charset="0"/>
            <a:ea typeface="LG스마트체 Regular" pitchFamily="50" charset="-127"/>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lIns="0" tIns="0" rIns="0" bIns="0" rtlCol="0">
        <a:spAutoFit/>
      </a:bodyPr>
      <a:lstStyle>
        <a:defPPr>
          <a:defRPr sz="1000" b="1" dirty="0" smtClean="0">
            <a:solidFill>
              <a:srgbClr val="C00000"/>
            </a:solidFill>
            <a:latin typeface="Arial" panose="020B0604020202020204" pitchFamily="34" charset="0"/>
            <a:cs typeface="Arial" panose="020B0604020202020204" pitchFamily="34" charset="0"/>
          </a:defRPr>
        </a:defPPr>
      </a:lstStyle>
    </a:txDef>
  </a:objectDefaults>
  <a:extraClrSchemeLst>
    <a:extraClrScheme>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7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7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7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7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7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7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7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7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7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7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7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G Default Theme" id="{C7E08723-3152-4496-8BA5-9E53A5AEA088}" vid="{5A8F5BD4-0B14-448A-BC75-75284172AE1B}"/>
    </a:ext>
  </a:extLst>
</a:theme>
</file>

<file path=ppt/theme/theme14.xml><?xml version="1.0" encoding="utf-8"?>
<a:theme xmlns:a="http://schemas.openxmlformats.org/drawingml/2006/main" name="36_기본 디자인">
  <a:themeElements>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3">
      <a:majorFont>
        <a:latin typeface="Arial Narrow"/>
        <a:ea typeface="LG스마트체2.0 Regular"/>
        <a:cs typeface=""/>
      </a:majorFont>
      <a:minorFont>
        <a:latin typeface="Arial Narrow"/>
        <a:ea typeface="LG스마트체2.0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fontAlgn="auto">
          <a:spcBef>
            <a:spcPts val="0"/>
          </a:spcBef>
          <a:spcAft>
            <a:spcPts val="0"/>
          </a:spcAft>
          <a:defRPr sz="1000" b="1" dirty="0" smtClean="0">
            <a:solidFill>
              <a:srgbClr val="008000"/>
            </a:solidFill>
            <a:latin typeface="Arial Narrow" panose="020B0606020202030204" pitchFamily="34" charset="0"/>
            <a:ea typeface="LG스마트체 Regular" panose="020B0600000101010101" pitchFamily="50" charset="-127"/>
            <a:cs typeface="Arial" pitchFamily="34" charset="0"/>
          </a:defRPr>
        </a:defPPr>
      </a:lstStyle>
    </a:spDef>
    <a:lnDef>
      <a:spPr>
        <a:ln w="6350">
          <a:solidFill>
            <a:schemeClr val="tx1">
              <a:lumMod val="50000"/>
              <a:lumOff val="50000"/>
            </a:schemeClr>
          </a:solidFill>
          <a:prstDash val="dash"/>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r">
          <a:lnSpc>
            <a:spcPct val="120000"/>
          </a:lnSpc>
          <a:defRPr sz="1200" i="1" u="sng" smtClean="0">
            <a:solidFill>
              <a:prstClr val="white">
                <a:lumMod val="50000"/>
              </a:prstClr>
            </a:solidFill>
            <a:ea typeface="LG스마트체 Regular" panose="020B0600000101010101" pitchFamily="50" charset="-127"/>
          </a:defRPr>
        </a:defPPr>
      </a:lstStyle>
    </a:txDef>
  </a:objectDefaults>
  <a:extraClrSchemeLst>
    <a:extraClrScheme>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7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7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7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7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7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7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7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7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7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7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7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5.xml><?xml version="1.0" encoding="utf-8"?>
<a:theme xmlns:a="http://schemas.openxmlformats.org/drawingml/2006/main" name="37_기본 디자인">
  <a:themeElements>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3">
      <a:majorFont>
        <a:latin typeface="Arial Narrow"/>
        <a:ea typeface="LG스마트체2.0 Regular"/>
        <a:cs typeface=""/>
      </a:majorFont>
      <a:minorFont>
        <a:latin typeface="Arial Narrow"/>
        <a:ea typeface="LG스마트체2.0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a:spAutoFit/>
      </a:bodyPr>
      <a:lstStyle>
        <a:defPPr fontAlgn="auto">
          <a:spcBef>
            <a:spcPts val="0"/>
          </a:spcBef>
          <a:spcAft>
            <a:spcPts val="0"/>
          </a:spcAft>
          <a:defRPr sz="1000" b="1" dirty="0" smtClean="0">
            <a:solidFill>
              <a:srgbClr val="008000"/>
            </a:solidFill>
            <a:latin typeface="Arial Narrow" panose="020B0606020202030204" pitchFamily="34" charset="0"/>
            <a:ea typeface="LG스마트체 Regular" panose="020B0600000101010101" pitchFamily="50" charset="-127"/>
            <a:cs typeface="Arial" pitchFamily="34" charset="0"/>
          </a:defRPr>
        </a:defPPr>
      </a:lstStyle>
    </a:spDef>
    <a:lnDef>
      <a:spPr>
        <a:ln w="6350">
          <a:solidFill>
            <a:schemeClr val="tx1">
              <a:lumMod val="50000"/>
              <a:lumOff val="50000"/>
            </a:schemeClr>
          </a:solidFill>
          <a:prstDash val="dash"/>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r">
          <a:lnSpc>
            <a:spcPct val="120000"/>
          </a:lnSpc>
          <a:defRPr sz="1200" i="1" u="sng" smtClean="0">
            <a:solidFill>
              <a:prstClr val="white">
                <a:lumMod val="50000"/>
              </a:prstClr>
            </a:solidFill>
            <a:ea typeface="LG스마트체 Regular" panose="020B0600000101010101" pitchFamily="50" charset="-127"/>
          </a:defRPr>
        </a:defPPr>
      </a:lstStyle>
    </a:txDef>
  </a:objectDefaults>
  <a:extraClrSchemeLst>
    <a:extraClrScheme>
      <a:clrScheme name="7_기본 디자인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7_기본 디자인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7_기본 디자인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7_기본 디자인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7_기본 디자인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7_기본 디자인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7_기본 디자인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7_기본 디자인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7_기본 디자인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7_기본 디자인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7_기본 디자인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7_기본 디자인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6.xml><?xml version="1.0" encoding="utf-8"?>
<a:theme xmlns:a="http://schemas.openxmlformats.org/drawingml/2006/main" name="4_4.본문 페이지 번호 없음">
  <a:themeElements>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2">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tx1"/>
          </a:solidFill>
        </a:ln>
      </a:spPr>
      <a:bodyPr wrap="none" lIns="0" tIns="0" rIns="0" bIns="0" rtlCol="0" anchor="ctr">
        <a:spAutoFit/>
      </a:bodyPr>
      <a:lstStyle>
        <a:defPPr algn="ctr">
          <a:defRPr sz="900" dirty="0">
            <a:ln>
              <a:solidFill>
                <a:sysClr val="windowText" lastClr="000000">
                  <a:alpha val="0"/>
                </a:sysClr>
              </a:solidFill>
            </a:ln>
            <a:solidFill>
              <a:srgbClr val="006600"/>
            </a:solidFill>
            <a:latin typeface="Arial Narrow" panose="020B0606020202030204" pitchFamily="34" charset="0"/>
            <a:ea typeface="LG스마트체 Regular" panose="020B0600000101010101" pitchFamily="50" charset="-127"/>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900" smtClean="0">
            <a:latin typeface="Arial Narrow" panose="020B0606020202030204" pitchFamily="34" charset="0"/>
            <a:ea typeface="LG스마트체 Regular" panose="020B0600000101010101" pitchFamily="50" charset="-127"/>
          </a:defRPr>
        </a:defPPr>
      </a:lstStyle>
    </a:txDef>
  </a:objectDefaults>
  <a:extraClrSchemeLst>
    <a:extraClrScheme>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본문 페이지 번호 없음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본문 페이지 번호 없음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본문 페이지 번호 없음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본문 페이지 번호 없음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본문 페이지 번호 없음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본문 페이지 번호 없음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본문 페이지 번호 없음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본문 페이지 번호 없음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본문 페이지 번호 없음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본문 페이지 번호 없음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본문 페이지 번호 없음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7.xml><?xml version="1.0" encoding="utf-8"?>
<a:theme xmlns:a="http://schemas.openxmlformats.org/drawingml/2006/main" name="5_4.본문 페이지 번호 없음">
  <a:themeElements>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2">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tx1"/>
          </a:solidFill>
        </a:ln>
      </a:spPr>
      <a:bodyPr wrap="none" lIns="0" tIns="0" rIns="0" bIns="0" rtlCol="0" anchor="ctr">
        <a:spAutoFit/>
      </a:bodyPr>
      <a:lstStyle>
        <a:defPPr algn="ctr">
          <a:defRPr sz="900" dirty="0">
            <a:ln>
              <a:solidFill>
                <a:sysClr val="windowText" lastClr="000000">
                  <a:alpha val="0"/>
                </a:sysClr>
              </a:solidFill>
            </a:ln>
            <a:solidFill>
              <a:srgbClr val="006600"/>
            </a:solidFill>
            <a:latin typeface="Arial Narrow" panose="020B0606020202030204" pitchFamily="34" charset="0"/>
            <a:ea typeface="LG스마트체 Regular" panose="020B0600000101010101" pitchFamily="50" charset="-127"/>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900" smtClean="0">
            <a:latin typeface="Arial Narrow" panose="020B0606020202030204" pitchFamily="34" charset="0"/>
            <a:ea typeface="LG스마트체 Regular" panose="020B0600000101010101" pitchFamily="50" charset="-127"/>
          </a:defRPr>
        </a:defPPr>
      </a:lstStyle>
    </a:txDef>
  </a:objectDefaults>
  <a:extraClrSchemeLst>
    <a:extraClrScheme>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본문 페이지 번호 없음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본문 페이지 번호 없음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본문 페이지 번호 없음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본문 페이지 번호 없음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본문 페이지 번호 없음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본문 페이지 번호 없음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본문 페이지 번호 없음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본문 페이지 번호 없음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본문 페이지 번호 없음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본문 페이지 번호 없음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본문 페이지 번호 없음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8.xml><?xml version="1.0" encoding="utf-8"?>
<a:theme xmlns:a="http://schemas.openxmlformats.org/drawingml/2006/main" name="6_4.본문 페이지 번호 없음">
  <a:themeElements>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2">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tx1"/>
          </a:solidFill>
        </a:ln>
      </a:spPr>
      <a:bodyPr wrap="none" lIns="0" tIns="0" rIns="0" bIns="0" rtlCol="0" anchor="ctr">
        <a:spAutoFit/>
      </a:bodyPr>
      <a:lstStyle>
        <a:defPPr algn="ctr">
          <a:defRPr sz="900" dirty="0">
            <a:ln>
              <a:solidFill>
                <a:sysClr val="windowText" lastClr="000000">
                  <a:alpha val="0"/>
                </a:sysClr>
              </a:solidFill>
            </a:ln>
            <a:solidFill>
              <a:srgbClr val="006600"/>
            </a:solidFill>
            <a:latin typeface="Arial Narrow" panose="020B0606020202030204" pitchFamily="34" charset="0"/>
            <a:ea typeface="LG스마트체 Regular" panose="020B0600000101010101" pitchFamily="50" charset="-127"/>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900" smtClean="0">
            <a:latin typeface="Arial Narrow" panose="020B0606020202030204" pitchFamily="34" charset="0"/>
            <a:ea typeface="LG스마트체 Regular" panose="020B0600000101010101" pitchFamily="50" charset="-127"/>
          </a:defRPr>
        </a:defPPr>
      </a:lstStyle>
    </a:txDef>
  </a:objectDefaults>
  <a:extraClrSchemeLst>
    <a:extraClrScheme>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본문 페이지 번호 없음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본문 페이지 번호 없음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본문 페이지 번호 없음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본문 페이지 번호 없음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본문 페이지 번호 없음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본문 페이지 번호 없음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본문 페이지 번호 없음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본문 페이지 번호 없음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본문 페이지 번호 없음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본문 페이지 번호 없음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본문 페이지 번호 없음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9.xml><?xml version="1.0" encoding="utf-8"?>
<a:theme xmlns:a="http://schemas.openxmlformats.org/drawingml/2006/main" name="7_4.본문 페이지 번호 없음">
  <a:themeElements>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2">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tx1"/>
          </a:solidFill>
        </a:ln>
      </a:spPr>
      <a:bodyPr wrap="none" lIns="0" tIns="0" rIns="0" bIns="0" rtlCol="0" anchor="ctr">
        <a:spAutoFit/>
      </a:bodyPr>
      <a:lstStyle>
        <a:defPPr algn="ctr">
          <a:defRPr sz="900" dirty="0">
            <a:ln>
              <a:solidFill>
                <a:sysClr val="windowText" lastClr="000000">
                  <a:alpha val="0"/>
                </a:sysClr>
              </a:solidFill>
            </a:ln>
            <a:solidFill>
              <a:srgbClr val="006600"/>
            </a:solidFill>
            <a:latin typeface="Arial Narrow" panose="020B0606020202030204" pitchFamily="34" charset="0"/>
            <a:ea typeface="LG스마트체 Regular" panose="020B0600000101010101" pitchFamily="50" charset="-127"/>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900" smtClean="0">
            <a:latin typeface="Arial Narrow" panose="020B0606020202030204" pitchFamily="34" charset="0"/>
            <a:ea typeface="LG스마트체 Regular" panose="020B0600000101010101" pitchFamily="50" charset="-127"/>
          </a:defRPr>
        </a:defPPr>
      </a:lstStyle>
    </a:txDef>
  </a:objectDefaults>
  <a:extraClrSchemeLst>
    <a:extraClrScheme>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본문 페이지 번호 없음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본문 페이지 번호 없음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본문 페이지 번호 없음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본문 페이지 번호 없음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본문 페이지 번호 없음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본문 페이지 번호 없음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본문 페이지 번호 없음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본문 페이지 번호 없음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본문 페이지 번호 없음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본문 페이지 번호 없음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본문 페이지 번호 없음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0.xml><?xml version="1.0" encoding="utf-8"?>
<a:theme xmlns:a="http://schemas.openxmlformats.org/drawingml/2006/main" name="8_4.본문 페이지 번호 없음">
  <a:themeElements>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2">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tx1"/>
          </a:solidFill>
        </a:ln>
      </a:spPr>
      <a:bodyPr wrap="none" lIns="0" tIns="0" rIns="0" bIns="0" rtlCol="0" anchor="ctr">
        <a:spAutoFit/>
      </a:bodyPr>
      <a:lstStyle>
        <a:defPPr algn="ctr">
          <a:defRPr sz="900" dirty="0">
            <a:ln>
              <a:solidFill>
                <a:sysClr val="windowText" lastClr="000000">
                  <a:alpha val="0"/>
                </a:sysClr>
              </a:solidFill>
            </a:ln>
            <a:solidFill>
              <a:srgbClr val="006600"/>
            </a:solidFill>
            <a:latin typeface="Arial Narrow" panose="020B0606020202030204" pitchFamily="34" charset="0"/>
            <a:ea typeface="LG스마트체 Regular" panose="020B0600000101010101" pitchFamily="50" charset="-127"/>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900" smtClean="0">
            <a:latin typeface="Arial Narrow" panose="020B0606020202030204" pitchFamily="34" charset="0"/>
            <a:ea typeface="LG스마트체 Regular" panose="020B0600000101010101" pitchFamily="50" charset="-127"/>
          </a:defRPr>
        </a:defPPr>
      </a:lstStyle>
    </a:txDef>
  </a:objectDefaults>
  <a:extraClrSchemeLst>
    <a:extraClrScheme>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본문 페이지 번호 없음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본문 페이지 번호 없음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본문 페이지 번호 없음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본문 페이지 번호 없음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본문 페이지 번호 없음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본문 페이지 번호 없음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본문 페이지 번호 없음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본문 페이지 번호 없음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본문 페이지 번호 없음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본문 페이지 번호 없음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본문 페이지 번호 없음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1.xml><?xml version="1.0" encoding="utf-8"?>
<a:theme xmlns:a="http://schemas.openxmlformats.org/drawingml/2006/main" name="9_4.본문 페이지 번호 없음">
  <a:themeElements>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사용자 지정 2">
      <a:majorFont>
        <a:latin typeface="Arial Narrow"/>
        <a:ea typeface="LG스마트체 Regular"/>
        <a:cs typeface=""/>
      </a:majorFont>
      <a:minorFont>
        <a:latin typeface="Arial Narrow"/>
        <a:ea typeface="LG스마트체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6350">
          <a:solidFill>
            <a:schemeClr val="tx1"/>
          </a:solidFill>
        </a:ln>
      </a:spPr>
      <a:bodyPr wrap="none" lIns="0" tIns="0" rIns="0" bIns="0" rtlCol="0" anchor="ctr">
        <a:spAutoFit/>
      </a:bodyPr>
      <a:lstStyle>
        <a:defPPr algn="ctr">
          <a:defRPr sz="900" dirty="0">
            <a:ln>
              <a:solidFill>
                <a:sysClr val="windowText" lastClr="000000">
                  <a:alpha val="0"/>
                </a:sysClr>
              </a:solidFill>
            </a:ln>
            <a:solidFill>
              <a:srgbClr val="006600"/>
            </a:solidFill>
            <a:latin typeface="Arial Narrow" panose="020B0606020202030204" pitchFamily="34" charset="0"/>
            <a:ea typeface="LG스마트체 Regular" panose="020B0600000101010101" pitchFamily="50" charset="-127"/>
          </a:defRPr>
        </a:defPPr>
      </a:lst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900" smtClean="0">
            <a:latin typeface="Arial Narrow" panose="020B0606020202030204" pitchFamily="34" charset="0"/>
            <a:ea typeface="LG스마트체 Regular" panose="020B0600000101010101" pitchFamily="50" charset="-127"/>
          </a:defRPr>
        </a:defPPr>
      </a:lstStyle>
    </a:txDef>
  </a:objectDefaults>
  <a:extraClrSchemeLst>
    <a:extraClrScheme>
      <a:clrScheme name="4.본문 페이지 번호 없음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4.본문 페이지 번호 없음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4.본문 페이지 번호 없음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4.본문 페이지 번호 없음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4.본문 페이지 번호 없음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4.본문 페이지 번호 없음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4.본문 페이지 번호 없음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4.본문 페이지 번호 없음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4.본문 페이지 번호 없음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4.본문 페이지 번호 없음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4.본문 페이지 번호 없음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4.본문 페이지 번호 없음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107428</TotalTime>
  <Words>383</Words>
  <Application>Microsoft Office PowerPoint</Application>
  <PresentationFormat>와이드스크린</PresentationFormat>
  <Paragraphs>199</Paragraphs>
  <Slides>1</Slides>
  <Notes>1</Notes>
  <HiddenSlides>0</HiddenSlides>
  <MMClips>0</MMClips>
  <ScaleCrop>false</ScaleCrop>
  <HeadingPairs>
    <vt:vector size="8" baseType="variant">
      <vt:variant>
        <vt:lpstr>사용한 글꼴</vt:lpstr>
      </vt:variant>
      <vt:variant>
        <vt:i4>7</vt:i4>
      </vt:variant>
      <vt:variant>
        <vt:lpstr>테마</vt:lpstr>
      </vt:variant>
      <vt:variant>
        <vt:i4>21</vt:i4>
      </vt:variant>
      <vt:variant>
        <vt:lpstr>포함된 OLE 서버</vt:lpstr>
      </vt:variant>
      <vt:variant>
        <vt:i4>1</vt:i4>
      </vt:variant>
      <vt:variant>
        <vt:lpstr>슬라이드 제목</vt:lpstr>
      </vt:variant>
      <vt:variant>
        <vt:i4>1</vt:i4>
      </vt:variant>
    </vt:vector>
  </HeadingPairs>
  <TitlesOfParts>
    <vt:vector size="30" baseType="lpstr">
      <vt:lpstr>LG스마트체 Regular</vt:lpstr>
      <vt:lpstr>LG스마트체2.0 Regular</vt:lpstr>
      <vt:lpstr>굴림</vt:lpstr>
      <vt:lpstr>맑은 고딕</vt:lpstr>
      <vt:lpstr>Arial</vt:lpstr>
      <vt:lpstr>Arial Narrow</vt:lpstr>
      <vt:lpstr>Calibri</vt:lpstr>
      <vt:lpstr>2_디자인 사용자 지정</vt:lpstr>
      <vt:lpstr>프로파일_템플렛1</vt:lpstr>
      <vt:lpstr>1_디자인 사용자 지정</vt:lpstr>
      <vt:lpstr>34_기본 디자인</vt:lpstr>
      <vt:lpstr>2_4.본문 페이지 번호 없음</vt:lpstr>
      <vt:lpstr>35_기본 디자인</vt:lpstr>
      <vt:lpstr>15_기본 디자인</vt:lpstr>
      <vt:lpstr>4.본문 페이지 번호 없음</vt:lpstr>
      <vt:lpstr>1_4.본문 페이지 번호 없음</vt:lpstr>
      <vt:lpstr>3_4.본문 페이지 번호 없음</vt:lpstr>
      <vt:lpstr>16_기본 디자인</vt:lpstr>
      <vt:lpstr>LG Default Theme</vt:lpstr>
      <vt:lpstr>1_LG Default Theme</vt:lpstr>
      <vt:lpstr>36_기본 디자인</vt:lpstr>
      <vt:lpstr>37_기본 디자인</vt:lpstr>
      <vt:lpstr>4_4.본문 페이지 번호 없음</vt:lpstr>
      <vt:lpstr>5_4.본문 페이지 번호 없음</vt:lpstr>
      <vt:lpstr>6_4.본문 페이지 번호 없음</vt:lpstr>
      <vt:lpstr>7_4.본문 페이지 번호 없음</vt:lpstr>
      <vt:lpstr>8_4.본문 페이지 번호 없음</vt:lpstr>
      <vt:lpstr>9_4.본문 페이지 번호 없음</vt:lpstr>
      <vt:lpstr>think-cell Slide</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DJ KI/TV Product Planning Operation Part(dj.ki@lge.com)</dc:creator>
  <cp:lastModifiedBy>정민화/책임/TV해외영업전략팀</cp:lastModifiedBy>
  <cp:revision>1394</cp:revision>
  <cp:lastPrinted>2022-07-01T00:01:39Z</cp:lastPrinted>
  <dcterms:created xsi:type="dcterms:W3CDTF">2021-02-22T04:19:49Z</dcterms:created>
  <dcterms:modified xsi:type="dcterms:W3CDTF">2025-06-05T08:07:34Z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c6ed9fc-fefc-4a0c-a6d6-10cf236c0d4f_Enabled">
    <vt:lpwstr>true</vt:lpwstr>
  </property>
  <property fmtid="{D5CDD505-2E9C-101B-9397-08002B2CF9AE}" pid="3" name="MSIP_Label_cc6ed9fc-fefc-4a0c-a6d6-10cf236c0d4f_SetDate">
    <vt:lpwstr>2025-06-05T00:48:18Z</vt:lpwstr>
  </property>
  <property fmtid="{D5CDD505-2E9C-101B-9397-08002B2CF9AE}" pid="4" name="MSIP_Label_cc6ed9fc-fefc-4a0c-a6d6-10cf236c0d4f_Method">
    <vt:lpwstr>Standard</vt:lpwstr>
  </property>
  <property fmtid="{D5CDD505-2E9C-101B-9397-08002B2CF9AE}" pid="5" name="MSIP_Label_cc6ed9fc-fefc-4a0c-a6d6-10cf236c0d4f_Name">
    <vt:lpwstr>Internal use only</vt:lpwstr>
  </property>
  <property fmtid="{D5CDD505-2E9C-101B-9397-08002B2CF9AE}" pid="6" name="MSIP_Label_cc6ed9fc-fefc-4a0c-a6d6-10cf236c0d4f_SiteId">
    <vt:lpwstr>5069cde4-642a-45c0-8094-d0c2dec10be3</vt:lpwstr>
  </property>
  <property fmtid="{D5CDD505-2E9C-101B-9397-08002B2CF9AE}" pid="7" name="MSIP_Label_cc6ed9fc-fefc-4a0c-a6d6-10cf236c0d4f_ActionId">
    <vt:lpwstr>83ad33a2-85d2-41cc-8b7b-e753633d7c85</vt:lpwstr>
  </property>
  <property fmtid="{D5CDD505-2E9C-101B-9397-08002B2CF9AE}" pid="8" name="MSIP_Label_cc6ed9fc-fefc-4a0c-a6d6-10cf236c0d4f_ContentBits">
    <vt:lpwstr>1</vt:lpwstr>
  </property>
</Properties>
</file>